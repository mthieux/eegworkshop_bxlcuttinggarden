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5" r:id="rId3"/>
    <p:sldId id="293" r:id="rId4"/>
    <p:sldId id="301" r:id="rId5"/>
    <p:sldId id="302" r:id="rId6"/>
    <p:sldId id="291" r:id="rId7"/>
    <p:sldId id="294" r:id="rId8"/>
    <p:sldId id="295" r:id="rId9"/>
    <p:sldId id="296" r:id="rId10"/>
    <p:sldId id="297" r:id="rId11"/>
    <p:sldId id="298" r:id="rId12"/>
    <p:sldId id="300" r:id="rId13"/>
    <p:sldId id="307" r:id="rId14"/>
    <p:sldId id="303" r:id="rId15"/>
    <p:sldId id="304" r:id="rId16"/>
    <p:sldId id="308" r:id="rId17"/>
    <p:sldId id="310" r:id="rId1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00"/>
    <a:srgbClr val="C4B9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FAAA32-E382-46E9-844E-9CBA8D36BBD3}" v="11" dt="2026-09-16T05:23:13.2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0" autoAdjust="0"/>
    <p:restoredTop sz="94660"/>
  </p:normalViewPr>
  <p:slideViewPr>
    <p:cSldViewPr snapToGrid="0">
      <p:cViewPr varScale="1">
        <p:scale>
          <a:sx n="101" d="100"/>
          <a:sy n="101" d="100"/>
        </p:scale>
        <p:origin x="91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aume Pech" userId="f08b9316144fa13b" providerId="LiveId" clId="{0FD22F48-4293-4E73-9CD8-97B7AC152C5B}"/>
    <pc:docChg chg="undo custSel addSld delSld modSld sldOrd">
      <pc:chgData name="Guillaume Pech" userId="f08b9316144fa13b" providerId="LiveId" clId="{0FD22F48-4293-4E73-9CD8-97B7AC152C5B}" dt="2026-09-16T05:23:20.592" v="3399" actId="1076"/>
      <pc:docMkLst>
        <pc:docMk/>
      </pc:docMkLst>
      <pc:sldChg chg="addSp modSp del mod">
        <pc:chgData name="Guillaume Pech" userId="f08b9316144fa13b" providerId="LiveId" clId="{0FD22F48-4293-4E73-9CD8-97B7AC152C5B}" dt="2026-09-15T08:31:56.876" v="2439" actId="47"/>
        <pc:sldMkLst>
          <pc:docMk/>
          <pc:sldMk cId="2272771712" sldId="256"/>
        </pc:sldMkLst>
      </pc:sldChg>
      <pc:sldChg chg="modSp mod">
        <pc:chgData name="Guillaume Pech" userId="f08b9316144fa13b" providerId="LiveId" clId="{0FD22F48-4293-4E73-9CD8-97B7AC152C5B}" dt="2026-09-14T14:26:47.816" v="2263" actId="20577"/>
        <pc:sldMkLst>
          <pc:docMk/>
          <pc:sldMk cId="412579390" sldId="257"/>
        </pc:sldMkLst>
        <pc:spChg chg="mod">
          <ac:chgData name="Guillaume Pech" userId="f08b9316144fa13b" providerId="LiveId" clId="{0FD22F48-4293-4E73-9CD8-97B7AC152C5B}" dt="2026-09-14T14:26:47.816" v="2263" actId="20577"/>
          <ac:spMkLst>
            <pc:docMk/>
            <pc:sldMk cId="412579390" sldId="257"/>
            <ac:spMk id="2" creationId="{3DA3FA5E-BCFC-B3C7-A370-3F1481EE4210}"/>
          </ac:spMkLst>
        </pc:spChg>
      </pc:sldChg>
      <pc:sldChg chg="addSp modSp del mod modTransition">
        <pc:chgData name="Guillaume Pech" userId="f08b9316144fa13b" providerId="LiveId" clId="{0FD22F48-4293-4E73-9CD8-97B7AC152C5B}" dt="2026-09-15T08:31:56.876" v="2439" actId="47"/>
        <pc:sldMkLst>
          <pc:docMk/>
          <pc:sldMk cId="4106012138" sldId="258"/>
        </pc:sldMkLst>
      </pc:sldChg>
      <pc:sldChg chg="addSp delSp modSp del mod">
        <pc:chgData name="Guillaume Pech" userId="f08b9316144fa13b" providerId="LiveId" clId="{0FD22F48-4293-4E73-9CD8-97B7AC152C5B}" dt="2026-09-15T08:31:56.876" v="2439" actId="47"/>
        <pc:sldMkLst>
          <pc:docMk/>
          <pc:sldMk cId="3309492992" sldId="259"/>
        </pc:sldMkLst>
      </pc:sldChg>
      <pc:sldChg chg="addSp delSp modSp new del mod setBg">
        <pc:chgData name="Guillaume Pech" userId="f08b9316144fa13b" providerId="LiveId" clId="{0FD22F48-4293-4E73-9CD8-97B7AC152C5B}" dt="2026-09-15T08:29:52.162" v="2302" actId="47"/>
        <pc:sldMkLst>
          <pc:docMk/>
          <pc:sldMk cId="2413181266" sldId="262"/>
        </pc:sldMkLst>
      </pc:sldChg>
      <pc:sldChg chg="modSp new del mod">
        <pc:chgData name="Guillaume Pech" userId="f08b9316144fa13b" providerId="LiveId" clId="{0FD22F48-4293-4E73-9CD8-97B7AC152C5B}" dt="2026-09-15T08:30:30.584" v="2303" actId="47"/>
        <pc:sldMkLst>
          <pc:docMk/>
          <pc:sldMk cId="2422788466" sldId="263"/>
        </pc:sldMkLst>
      </pc:sldChg>
      <pc:sldChg chg="modSp new del mod">
        <pc:chgData name="Guillaume Pech" userId="f08b9316144fa13b" providerId="LiveId" clId="{0FD22F48-4293-4E73-9CD8-97B7AC152C5B}" dt="2026-09-15T08:30:31.284" v="2304" actId="47"/>
        <pc:sldMkLst>
          <pc:docMk/>
          <pc:sldMk cId="1275916020" sldId="264"/>
        </pc:sldMkLst>
      </pc:sldChg>
      <pc:sldChg chg="addSp modSp add del mod modTransition">
        <pc:chgData name="Guillaume Pech" userId="f08b9316144fa13b" providerId="LiveId" clId="{0FD22F48-4293-4E73-9CD8-97B7AC152C5B}" dt="2026-09-15T08:31:56.876" v="2439" actId="47"/>
        <pc:sldMkLst>
          <pc:docMk/>
          <pc:sldMk cId="1846730423" sldId="265"/>
        </pc:sldMkLst>
      </pc:sldChg>
      <pc:sldChg chg="addSp delSp modSp new del mod">
        <pc:chgData name="Guillaume Pech" userId="f08b9316144fa13b" providerId="LiveId" clId="{0FD22F48-4293-4E73-9CD8-97B7AC152C5B}" dt="2026-09-15T08:31:56.876" v="2439" actId="47"/>
        <pc:sldMkLst>
          <pc:docMk/>
          <pc:sldMk cId="1212245596" sldId="272"/>
        </pc:sldMkLst>
      </pc:sldChg>
      <pc:sldChg chg="addSp delSp modSp new del mod">
        <pc:chgData name="Guillaume Pech" userId="f08b9316144fa13b" providerId="LiveId" clId="{0FD22F48-4293-4E73-9CD8-97B7AC152C5B}" dt="2026-09-15T08:31:56.876" v="2439" actId="47"/>
        <pc:sldMkLst>
          <pc:docMk/>
          <pc:sldMk cId="4101755984" sldId="273"/>
        </pc:sldMkLst>
      </pc:sldChg>
      <pc:sldChg chg="modSp add mod">
        <pc:chgData name="Guillaume Pech" userId="f08b9316144fa13b" providerId="LiveId" clId="{0FD22F48-4293-4E73-9CD8-97B7AC152C5B}" dt="2026-09-15T12:05:16.375" v="3220" actId="20577"/>
        <pc:sldMkLst>
          <pc:docMk/>
          <pc:sldMk cId="1604530458" sldId="275"/>
        </pc:sldMkLst>
        <pc:spChg chg="mod">
          <ac:chgData name="Guillaume Pech" userId="f08b9316144fa13b" providerId="LiveId" clId="{0FD22F48-4293-4E73-9CD8-97B7AC152C5B}" dt="2026-09-15T08:30:36.233" v="2308" actId="20577"/>
          <ac:spMkLst>
            <pc:docMk/>
            <pc:sldMk cId="1604530458" sldId="275"/>
            <ac:spMk id="2" creationId="{F4A25DAD-4996-8C61-0F39-2B4EE0F1D52D}"/>
          </ac:spMkLst>
        </pc:spChg>
        <pc:spChg chg="mod">
          <ac:chgData name="Guillaume Pech" userId="f08b9316144fa13b" providerId="LiveId" clId="{0FD22F48-4293-4E73-9CD8-97B7AC152C5B}" dt="2026-09-15T12:05:16.375" v="3220" actId="20577"/>
          <ac:spMkLst>
            <pc:docMk/>
            <pc:sldMk cId="1604530458" sldId="275"/>
            <ac:spMk id="3" creationId="{3179307D-A956-347F-2369-0628F32DB51A}"/>
          </ac:spMkLst>
        </pc:spChg>
      </pc:sldChg>
      <pc:sldChg chg="add del">
        <pc:chgData name="Guillaume Pech" userId="f08b9316144fa13b" providerId="LiveId" clId="{0FD22F48-4293-4E73-9CD8-97B7AC152C5B}" dt="2026-09-15T08:31:56.876" v="2439" actId="47"/>
        <pc:sldMkLst>
          <pc:docMk/>
          <pc:sldMk cId="3534753801" sldId="276"/>
        </pc:sldMkLst>
      </pc:sldChg>
      <pc:sldChg chg="add del">
        <pc:chgData name="Guillaume Pech" userId="f08b9316144fa13b" providerId="LiveId" clId="{0FD22F48-4293-4E73-9CD8-97B7AC152C5B}" dt="2026-09-15T08:31:56.876" v="2439" actId="47"/>
        <pc:sldMkLst>
          <pc:docMk/>
          <pc:sldMk cId="4169860183" sldId="277"/>
        </pc:sldMkLst>
      </pc:sldChg>
      <pc:sldChg chg="addSp delSp modSp new del mod">
        <pc:chgData name="Guillaume Pech" userId="f08b9316144fa13b" providerId="LiveId" clId="{0FD22F48-4293-4E73-9CD8-97B7AC152C5B}" dt="2026-09-15T08:31:56.876" v="2439" actId="47"/>
        <pc:sldMkLst>
          <pc:docMk/>
          <pc:sldMk cId="3454384237" sldId="278"/>
        </pc:sldMkLst>
      </pc:sldChg>
      <pc:sldChg chg="addSp delSp modSp new del mod">
        <pc:chgData name="Guillaume Pech" userId="f08b9316144fa13b" providerId="LiveId" clId="{0FD22F48-4293-4E73-9CD8-97B7AC152C5B}" dt="2026-09-15T08:31:56.876" v="2439" actId="47"/>
        <pc:sldMkLst>
          <pc:docMk/>
          <pc:sldMk cId="499097234" sldId="279"/>
        </pc:sldMkLst>
      </pc:sldChg>
      <pc:sldChg chg="addSp delSp modSp new del mod ord">
        <pc:chgData name="Guillaume Pech" userId="f08b9316144fa13b" providerId="LiveId" clId="{0FD22F48-4293-4E73-9CD8-97B7AC152C5B}" dt="2026-09-15T08:31:56.876" v="2439" actId="47"/>
        <pc:sldMkLst>
          <pc:docMk/>
          <pc:sldMk cId="652912345" sldId="280"/>
        </pc:sldMkLst>
      </pc:sldChg>
      <pc:sldChg chg="addSp delSp modSp new del mod">
        <pc:chgData name="Guillaume Pech" userId="f08b9316144fa13b" providerId="LiveId" clId="{0FD22F48-4293-4E73-9CD8-97B7AC152C5B}" dt="2026-09-15T08:31:56.876" v="2439" actId="47"/>
        <pc:sldMkLst>
          <pc:docMk/>
          <pc:sldMk cId="1381022605" sldId="281"/>
        </pc:sldMkLst>
      </pc:sldChg>
      <pc:sldChg chg="addSp delSp modSp new del mod">
        <pc:chgData name="Guillaume Pech" userId="f08b9316144fa13b" providerId="LiveId" clId="{0FD22F48-4293-4E73-9CD8-97B7AC152C5B}" dt="2026-09-15T08:31:56.876" v="2439" actId="47"/>
        <pc:sldMkLst>
          <pc:docMk/>
          <pc:sldMk cId="340031504" sldId="282"/>
        </pc:sldMkLst>
      </pc:sldChg>
      <pc:sldChg chg="addSp delSp modSp new del mod">
        <pc:chgData name="Guillaume Pech" userId="f08b9316144fa13b" providerId="LiveId" clId="{0FD22F48-4293-4E73-9CD8-97B7AC152C5B}" dt="2026-09-15T08:31:56.876" v="2439" actId="47"/>
        <pc:sldMkLst>
          <pc:docMk/>
          <pc:sldMk cId="2042113099" sldId="283"/>
        </pc:sldMkLst>
      </pc:sldChg>
      <pc:sldChg chg="addSp delSp modSp new del mod">
        <pc:chgData name="Guillaume Pech" userId="f08b9316144fa13b" providerId="LiveId" clId="{0FD22F48-4293-4E73-9CD8-97B7AC152C5B}" dt="2026-09-15T08:31:56.876" v="2439" actId="47"/>
        <pc:sldMkLst>
          <pc:docMk/>
          <pc:sldMk cId="2465953126" sldId="284"/>
        </pc:sldMkLst>
      </pc:sldChg>
      <pc:sldChg chg="addSp modSp add del mod">
        <pc:chgData name="Guillaume Pech" userId="f08b9316144fa13b" providerId="LiveId" clId="{0FD22F48-4293-4E73-9CD8-97B7AC152C5B}" dt="2026-09-15T08:31:56.876" v="2439" actId="47"/>
        <pc:sldMkLst>
          <pc:docMk/>
          <pc:sldMk cId="3521386526" sldId="285"/>
        </pc:sldMkLst>
      </pc:sldChg>
      <pc:sldChg chg="addSp modSp add del mod">
        <pc:chgData name="Guillaume Pech" userId="f08b9316144fa13b" providerId="LiveId" clId="{0FD22F48-4293-4E73-9CD8-97B7AC152C5B}" dt="2026-09-15T08:31:56.876" v="2439" actId="47"/>
        <pc:sldMkLst>
          <pc:docMk/>
          <pc:sldMk cId="3128739202" sldId="286"/>
        </pc:sldMkLst>
      </pc:sldChg>
      <pc:sldChg chg="addSp modSp add del mod">
        <pc:chgData name="Guillaume Pech" userId="f08b9316144fa13b" providerId="LiveId" clId="{0FD22F48-4293-4E73-9CD8-97B7AC152C5B}" dt="2026-09-15T08:31:56.876" v="2439" actId="47"/>
        <pc:sldMkLst>
          <pc:docMk/>
          <pc:sldMk cId="1272614599" sldId="287"/>
        </pc:sldMkLst>
      </pc:sldChg>
      <pc:sldChg chg="addSp modSp add del mod">
        <pc:chgData name="Guillaume Pech" userId="f08b9316144fa13b" providerId="LiveId" clId="{0FD22F48-4293-4E73-9CD8-97B7AC152C5B}" dt="2026-09-15T08:31:56.876" v="2439" actId="47"/>
        <pc:sldMkLst>
          <pc:docMk/>
          <pc:sldMk cId="1051453175" sldId="288"/>
        </pc:sldMkLst>
      </pc:sldChg>
      <pc:sldChg chg="addSp delSp modSp new del mod">
        <pc:chgData name="Guillaume Pech" userId="f08b9316144fa13b" providerId="LiveId" clId="{0FD22F48-4293-4E73-9CD8-97B7AC152C5B}" dt="2026-09-15T08:31:56.876" v="2439" actId="47"/>
        <pc:sldMkLst>
          <pc:docMk/>
          <pc:sldMk cId="835652912" sldId="289"/>
        </pc:sldMkLst>
      </pc:sldChg>
      <pc:sldChg chg="addSp delSp modSp new mod ord">
        <pc:chgData name="Guillaume Pech" userId="f08b9316144fa13b" providerId="LiveId" clId="{0FD22F48-4293-4E73-9CD8-97B7AC152C5B}" dt="2026-09-15T11:01:05.915" v="3023" actId="207"/>
        <pc:sldMkLst>
          <pc:docMk/>
          <pc:sldMk cId="3902434912" sldId="291"/>
        </pc:sldMkLst>
        <pc:spChg chg="add mod">
          <ac:chgData name="Guillaume Pech" userId="f08b9316144fa13b" providerId="LiveId" clId="{0FD22F48-4293-4E73-9CD8-97B7AC152C5B}" dt="2026-09-15T08:34:02.829" v="2499" actId="1076"/>
          <ac:spMkLst>
            <pc:docMk/>
            <pc:sldMk cId="3902434912" sldId="291"/>
            <ac:spMk id="6" creationId="{39A07930-E130-2A7A-7723-B74D62D21E39}"/>
          </ac:spMkLst>
        </pc:spChg>
        <pc:spChg chg="add mod">
          <ac:chgData name="Guillaume Pech" userId="f08b9316144fa13b" providerId="LiveId" clId="{0FD22F48-4293-4E73-9CD8-97B7AC152C5B}" dt="2026-09-15T11:01:05.915" v="3023" actId="207"/>
          <ac:spMkLst>
            <pc:docMk/>
            <pc:sldMk cId="3902434912" sldId="291"/>
            <ac:spMk id="7" creationId="{64B6600E-D574-C3D8-F7FA-883B5863A78C}"/>
          </ac:spMkLst>
        </pc:spChg>
        <pc:spChg chg="add del">
          <ac:chgData name="Guillaume Pech" userId="f08b9316144fa13b" providerId="LiveId" clId="{0FD22F48-4293-4E73-9CD8-97B7AC152C5B}" dt="2026-09-15T08:32:10.490" v="2442" actId="478"/>
          <ac:spMkLst>
            <pc:docMk/>
            <pc:sldMk cId="3902434912" sldId="291"/>
            <ac:spMk id="9" creationId="{A602B12D-68FD-3AA1-7DEA-A5CB15C28FF6}"/>
          </ac:spMkLst>
        </pc:spChg>
        <pc:spChg chg="add ord">
          <ac:chgData name="Guillaume Pech" userId="f08b9316144fa13b" providerId="LiveId" clId="{0FD22F48-4293-4E73-9CD8-97B7AC152C5B}" dt="2026-09-15T11:00:59.389" v="3022" actId="167"/>
          <ac:spMkLst>
            <pc:docMk/>
            <pc:sldMk cId="3902434912" sldId="291"/>
            <ac:spMk id="10" creationId="{B7A2B01E-6456-2CD7-F0AD-42612358246A}"/>
          </ac:spMkLst>
        </pc:spChg>
        <pc:spChg chg="add del">
          <ac:chgData name="Guillaume Pech" userId="f08b9316144fa13b" providerId="LiveId" clId="{0FD22F48-4293-4E73-9CD8-97B7AC152C5B}" dt="2026-09-15T08:32:10.490" v="2442" actId="478"/>
          <ac:spMkLst>
            <pc:docMk/>
            <pc:sldMk cId="3902434912" sldId="291"/>
            <ac:spMk id="11" creationId="{A0C1792B-AD0A-DB21-905D-71C3771988A9}"/>
          </ac:spMkLst>
        </pc:spChg>
        <pc:spChg chg="add del">
          <ac:chgData name="Guillaume Pech" userId="f08b9316144fa13b" providerId="LiveId" clId="{0FD22F48-4293-4E73-9CD8-97B7AC152C5B}" dt="2026-09-15T08:32:10.490" v="2442" actId="478"/>
          <ac:spMkLst>
            <pc:docMk/>
            <pc:sldMk cId="3902434912" sldId="291"/>
            <ac:spMk id="13" creationId="{6E930BB4-DEB7-4D67-54A8-CFDE0397AE51}"/>
          </ac:spMkLst>
        </pc:spChg>
        <pc:spChg chg="add del">
          <ac:chgData name="Guillaume Pech" userId="f08b9316144fa13b" providerId="LiveId" clId="{0FD22F48-4293-4E73-9CD8-97B7AC152C5B}" dt="2026-09-15T08:32:10.490" v="2442" actId="478"/>
          <ac:spMkLst>
            <pc:docMk/>
            <pc:sldMk cId="3902434912" sldId="291"/>
            <ac:spMk id="15" creationId="{DC511F40-6647-24FC-4B24-FB7F67B6C5E8}"/>
          </ac:spMkLst>
        </pc:spChg>
        <pc:spChg chg="add del">
          <ac:chgData name="Guillaume Pech" userId="f08b9316144fa13b" providerId="LiveId" clId="{0FD22F48-4293-4E73-9CD8-97B7AC152C5B}" dt="2026-09-15T08:32:10.490" v="2442" actId="478"/>
          <ac:spMkLst>
            <pc:docMk/>
            <pc:sldMk cId="3902434912" sldId="291"/>
            <ac:spMk id="17" creationId="{1CD66E67-0A4F-1996-A020-A12999018017}"/>
          </ac:spMkLst>
        </pc:spChg>
        <pc:spChg chg="add del">
          <ac:chgData name="Guillaume Pech" userId="f08b9316144fa13b" providerId="LiveId" clId="{0FD22F48-4293-4E73-9CD8-97B7AC152C5B}" dt="2026-09-15T08:32:10.490" v="2442" actId="478"/>
          <ac:spMkLst>
            <pc:docMk/>
            <pc:sldMk cId="3902434912" sldId="291"/>
            <ac:spMk id="19" creationId="{CDB4822D-DE92-FFE3-E53D-D4F9D36A1DED}"/>
          </ac:spMkLst>
        </pc:spChg>
        <pc:spChg chg="add mod">
          <ac:chgData name="Guillaume Pech" userId="f08b9316144fa13b" providerId="LiveId" clId="{0FD22F48-4293-4E73-9CD8-97B7AC152C5B}" dt="2026-09-14T11:57:00.947" v="2213" actId="207"/>
          <ac:spMkLst>
            <pc:docMk/>
            <pc:sldMk cId="3902434912" sldId="291"/>
            <ac:spMk id="20" creationId="{FF2E7B2F-F2A1-8B76-D6C9-E2E32110E3D9}"/>
          </ac:spMkLst>
        </pc:spChg>
        <pc:picChg chg="add mod">
          <ac:chgData name="Guillaume Pech" userId="f08b9316144fa13b" providerId="LiveId" clId="{0FD22F48-4293-4E73-9CD8-97B7AC152C5B}" dt="2026-09-15T08:33:13.975" v="2476" actId="1076"/>
          <ac:picMkLst>
            <pc:docMk/>
            <pc:sldMk cId="3902434912" sldId="291"/>
            <ac:picMk id="3" creationId="{A612B63F-BEA9-9049-2207-0D07D486B0DA}"/>
          </ac:picMkLst>
        </pc:picChg>
        <pc:picChg chg="add del mod">
          <ac:chgData name="Guillaume Pech" userId="f08b9316144fa13b" providerId="LiveId" clId="{0FD22F48-4293-4E73-9CD8-97B7AC152C5B}" dt="2026-09-15T08:32:01.576" v="2440" actId="478"/>
          <ac:picMkLst>
            <pc:docMk/>
            <pc:sldMk cId="3902434912" sldId="291"/>
            <ac:picMk id="5" creationId="{14248EF4-63ED-7AF6-1FAE-9C96DA87665E}"/>
          </ac:picMkLst>
        </pc:picChg>
      </pc:sldChg>
      <pc:sldChg chg="add del ord">
        <pc:chgData name="Guillaume Pech" userId="f08b9316144fa13b" providerId="LiveId" clId="{0FD22F48-4293-4E73-9CD8-97B7AC152C5B}" dt="2026-09-16T05:16:04.106" v="3361" actId="47"/>
        <pc:sldMkLst>
          <pc:docMk/>
          <pc:sldMk cId="2447788884" sldId="292"/>
        </pc:sldMkLst>
      </pc:sldChg>
      <pc:sldChg chg="addSp delSp modSp add mod modAnim">
        <pc:chgData name="Guillaume Pech" userId="f08b9316144fa13b" providerId="LiveId" clId="{0FD22F48-4293-4E73-9CD8-97B7AC152C5B}" dt="2026-09-15T11:00:05.308" v="2999" actId="478"/>
        <pc:sldMkLst>
          <pc:docMk/>
          <pc:sldMk cId="4242232983" sldId="293"/>
        </pc:sldMkLst>
        <pc:spChg chg="add del mod ord">
          <ac:chgData name="Guillaume Pech" userId="f08b9316144fa13b" providerId="LiveId" clId="{0FD22F48-4293-4E73-9CD8-97B7AC152C5B}" dt="2026-09-15T11:00:05.308" v="2999" actId="478"/>
          <ac:spMkLst>
            <pc:docMk/>
            <pc:sldMk cId="4242232983" sldId="293"/>
            <ac:spMk id="4" creationId="{0264A722-03E8-FCF2-C16E-6638DBD78F04}"/>
          </ac:spMkLst>
        </pc:spChg>
        <pc:spChg chg="del">
          <ac:chgData name="Guillaume Pech" userId="f08b9316144fa13b" providerId="LiveId" clId="{0FD22F48-4293-4E73-9CD8-97B7AC152C5B}" dt="2026-09-15T08:34:55.101" v="2532" actId="478"/>
          <ac:spMkLst>
            <pc:docMk/>
            <pc:sldMk cId="4242232983" sldId="293"/>
            <ac:spMk id="6" creationId="{530FC977-4A59-3391-9384-6565E6ECAF24}"/>
          </ac:spMkLst>
        </pc:spChg>
        <pc:spChg chg="mod">
          <ac:chgData name="Guillaume Pech" userId="f08b9316144fa13b" providerId="LiveId" clId="{0FD22F48-4293-4E73-9CD8-97B7AC152C5B}" dt="2026-09-15T11:00:02.909" v="2998" actId="404"/>
          <ac:spMkLst>
            <pc:docMk/>
            <pc:sldMk cId="4242232983" sldId="293"/>
            <ac:spMk id="7" creationId="{CC108BB1-74B2-A09E-ACD7-5EA7BA36143A}"/>
          </ac:spMkLst>
        </pc:spChg>
        <pc:picChg chg="del">
          <ac:chgData name="Guillaume Pech" userId="f08b9316144fa13b" providerId="LiveId" clId="{0FD22F48-4293-4E73-9CD8-97B7AC152C5B}" dt="2026-09-15T08:34:54.035" v="2531" actId="478"/>
          <ac:picMkLst>
            <pc:docMk/>
            <pc:sldMk cId="4242232983" sldId="293"/>
            <ac:picMk id="3" creationId="{DB088EC1-B83C-9FD5-CA43-ED80DF8CA1B6}"/>
          </ac:picMkLst>
        </pc:picChg>
        <pc:picChg chg="add del mod">
          <ac:chgData name="Guillaume Pech" userId="f08b9316144fa13b" providerId="LiveId" clId="{0FD22F48-4293-4E73-9CD8-97B7AC152C5B}" dt="2026-09-15T08:42:50.872" v="2676" actId="21"/>
          <ac:picMkLst>
            <pc:docMk/>
            <pc:sldMk cId="4242232983" sldId="293"/>
            <ac:picMk id="5" creationId="{D81CAC6C-B4B4-869A-FBB0-ADA4ACCF9C6F}"/>
          </ac:picMkLst>
        </pc:picChg>
        <pc:picChg chg="add mod">
          <ac:chgData name="Guillaume Pech" userId="f08b9316144fa13b" providerId="LiveId" clId="{0FD22F48-4293-4E73-9CD8-97B7AC152C5B}" dt="2026-09-15T08:51:53.887" v="2871" actId="1076"/>
          <ac:picMkLst>
            <pc:docMk/>
            <pc:sldMk cId="4242232983" sldId="293"/>
            <ac:picMk id="8" creationId="{2502E16E-5EBE-2290-A966-3101F50C8CCC}"/>
          </ac:picMkLst>
        </pc:picChg>
        <pc:picChg chg="add mod">
          <ac:chgData name="Guillaume Pech" userId="f08b9316144fa13b" providerId="LiveId" clId="{0FD22F48-4293-4E73-9CD8-97B7AC152C5B}" dt="2026-09-15T08:51:53.887" v="2871" actId="1076"/>
          <ac:picMkLst>
            <pc:docMk/>
            <pc:sldMk cId="4242232983" sldId="293"/>
            <ac:picMk id="9" creationId="{AD1DDD48-6702-3B4A-8086-748A56926E81}"/>
          </ac:picMkLst>
        </pc:picChg>
      </pc:sldChg>
      <pc:sldChg chg="addSp delSp modSp add mod ord">
        <pc:chgData name="Guillaume Pech" userId="f08b9316144fa13b" providerId="LiveId" clId="{0FD22F48-4293-4E73-9CD8-97B7AC152C5B}" dt="2026-09-15T11:01:13.418" v="3026" actId="167"/>
        <pc:sldMkLst>
          <pc:docMk/>
          <pc:sldMk cId="775424889" sldId="294"/>
        </pc:sldMkLst>
        <pc:spChg chg="add mod">
          <ac:chgData name="Guillaume Pech" userId="f08b9316144fa13b" providerId="LiveId" clId="{0FD22F48-4293-4E73-9CD8-97B7AC152C5B}" dt="2026-09-15T08:38:09.426" v="2591" actId="20577"/>
          <ac:spMkLst>
            <pc:docMk/>
            <pc:sldMk cId="775424889" sldId="294"/>
            <ac:spMk id="5" creationId="{AC23F165-3AC5-1978-5083-F353CBD18ADD}"/>
          </ac:spMkLst>
        </pc:spChg>
        <pc:spChg chg="del">
          <ac:chgData name="Guillaume Pech" userId="f08b9316144fa13b" providerId="LiveId" clId="{0FD22F48-4293-4E73-9CD8-97B7AC152C5B}" dt="2026-09-15T08:37:26.174" v="2554" actId="478"/>
          <ac:spMkLst>
            <pc:docMk/>
            <pc:sldMk cId="775424889" sldId="294"/>
            <ac:spMk id="6" creationId="{01BA68C1-F84F-045F-284E-C8E1AEA9CDCA}"/>
          </ac:spMkLst>
        </pc:spChg>
        <pc:spChg chg="del mod">
          <ac:chgData name="Guillaume Pech" userId="f08b9316144fa13b" providerId="LiveId" clId="{0FD22F48-4293-4E73-9CD8-97B7AC152C5B}" dt="2026-09-15T11:01:10.639" v="3024" actId="478"/>
          <ac:spMkLst>
            <pc:docMk/>
            <pc:sldMk cId="775424889" sldId="294"/>
            <ac:spMk id="7" creationId="{3CBEB112-6C6B-CEA7-D8CE-DE273245A024}"/>
          </ac:spMkLst>
        </pc:spChg>
        <pc:spChg chg="add ord">
          <ac:chgData name="Guillaume Pech" userId="f08b9316144fa13b" providerId="LiveId" clId="{0FD22F48-4293-4E73-9CD8-97B7AC152C5B}" dt="2026-09-15T11:01:13.418" v="3026" actId="167"/>
          <ac:spMkLst>
            <pc:docMk/>
            <pc:sldMk cId="775424889" sldId="294"/>
            <ac:spMk id="9" creationId="{C43A1CEC-ABD4-0C93-79E3-8EA17E4B1EE9}"/>
          </ac:spMkLst>
        </pc:spChg>
        <pc:spChg chg="add ord">
          <ac:chgData name="Guillaume Pech" userId="f08b9316144fa13b" providerId="LiveId" clId="{0FD22F48-4293-4E73-9CD8-97B7AC152C5B}" dt="2026-09-15T11:01:13.418" v="3026" actId="167"/>
          <ac:spMkLst>
            <pc:docMk/>
            <pc:sldMk cId="775424889" sldId="294"/>
            <ac:spMk id="11" creationId="{7795FE0A-461C-5096-D0BD-A74DE52C40AB}"/>
          </ac:spMkLst>
        </pc:spChg>
        <pc:picChg chg="add mod">
          <ac:chgData name="Guillaume Pech" userId="f08b9316144fa13b" providerId="LiveId" clId="{0FD22F48-4293-4E73-9CD8-97B7AC152C5B}" dt="2026-09-15T08:37:49.858" v="2557" actId="1076"/>
          <ac:picMkLst>
            <pc:docMk/>
            <pc:sldMk cId="775424889" sldId="294"/>
            <ac:picMk id="2" creationId="{915F065E-190A-BC8A-FE4A-61834863BAC4}"/>
          </ac:picMkLst>
        </pc:picChg>
        <pc:picChg chg="del">
          <ac:chgData name="Guillaume Pech" userId="f08b9316144fa13b" providerId="LiveId" clId="{0FD22F48-4293-4E73-9CD8-97B7AC152C5B}" dt="2026-09-15T08:37:22.739" v="2551" actId="478"/>
          <ac:picMkLst>
            <pc:docMk/>
            <pc:sldMk cId="775424889" sldId="294"/>
            <ac:picMk id="3" creationId="{57E7345B-9A47-924F-7464-4EC6B87C8DD0}"/>
          </ac:picMkLst>
        </pc:picChg>
      </pc:sldChg>
      <pc:sldChg chg="addSp delSp modSp add mod ord">
        <pc:chgData name="Guillaume Pech" userId="f08b9316144fa13b" providerId="LiveId" clId="{0FD22F48-4293-4E73-9CD8-97B7AC152C5B}" dt="2026-09-15T11:01:23.336" v="3028" actId="22"/>
        <pc:sldMkLst>
          <pc:docMk/>
          <pc:sldMk cId="897942138" sldId="295"/>
        </pc:sldMkLst>
        <pc:spChg chg="del">
          <ac:chgData name="Guillaume Pech" userId="f08b9316144fa13b" providerId="LiveId" clId="{0FD22F48-4293-4E73-9CD8-97B7AC152C5B}" dt="2026-09-15T08:38:44.721" v="2596" actId="478"/>
          <ac:spMkLst>
            <pc:docMk/>
            <pc:sldMk cId="897942138" sldId="295"/>
            <ac:spMk id="5" creationId="{FC80060C-99B4-60F6-250A-1E8A33E4CDB1}"/>
          </ac:spMkLst>
        </pc:spChg>
        <pc:spChg chg="add">
          <ac:chgData name="Guillaume Pech" userId="f08b9316144fa13b" providerId="LiveId" clId="{0FD22F48-4293-4E73-9CD8-97B7AC152C5B}" dt="2026-09-15T11:01:23.336" v="3028" actId="22"/>
          <ac:spMkLst>
            <pc:docMk/>
            <pc:sldMk cId="897942138" sldId="295"/>
            <ac:spMk id="6" creationId="{08173503-7E23-2639-33B1-55B873C74AEF}"/>
          </ac:spMkLst>
        </pc:spChg>
        <pc:spChg chg="del">
          <ac:chgData name="Guillaume Pech" userId="f08b9316144fa13b" providerId="LiveId" clId="{0FD22F48-4293-4E73-9CD8-97B7AC152C5B}" dt="2026-09-15T11:01:23.141" v="3027" actId="478"/>
          <ac:spMkLst>
            <pc:docMk/>
            <pc:sldMk cId="897942138" sldId="295"/>
            <ac:spMk id="7" creationId="{E2D1F533-DB39-6AB9-0BE0-38ECAA160DE6}"/>
          </ac:spMkLst>
        </pc:spChg>
        <pc:spChg chg="add">
          <ac:chgData name="Guillaume Pech" userId="f08b9316144fa13b" providerId="LiveId" clId="{0FD22F48-4293-4E73-9CD8-97B7AC152C5B}" dt="2026-09-15T11:01:23.336" v="3028" actId="22"/>
          <ac:spMkLst>
            <pc:docMk/>
            <pc:sldMk cId="897942138" sldId="295"/>
            <ac:spMk id="9" creationId="{01E79BC7-60E2-AFD2-6C4C-CBCDE9CD5EA3}"/>
          </ac:spMkLst>
        </pc:spChg>
        <pc:spChg chg="add">
          <ac:chgData name="Guillaume Pech" userId="f08b9316144fa13b" providerId="LiveId" clId="{0FD22F48-4293-4E73-9CD8-97B7AC152C5B}" dt="2026-09-15T11:01:23.336" v="3028" actId="22"/>
          <ac:spMkLst>
            <pc:docMk/>
            <pc:sldMk cId="897942138" sldId="295"/>
            <ac:spMk id="11" creationId="{1E368184-2041-9399-E25A-089BBB2A6F09}"/>
          </ac:spMkLst>
        </pc:spChg>
        <pc:spChg chg="del">
          <ac:chgData name="Guillaume Pech" userId="f08b9316144fa13b" providerId="LiveId" clId="{0FD22F48-4293-4E73-9CD8-97B7AC152C5B}" dt="2026-09-15T11:01:23.141" v="3027" actId="478"/>
          <ac:spMkLst>
            <pc:docMk/>
            <pc:sldMk cId="897942138" sldId="295"/>
            <ac:spMk id="20" creationId="{F7C4BC9C-418D-3B85-C8CB-181E4F4F49F5}"/>
          </ac:spMkLst>
        </pc:spChg>
        <pc:picChg chg="del">
          <ac:chgData name="Guillaume Pech" userId="f08b9316144fa13b" providerId="LiveId" clId="{0FD22F48-4293-4E73-9CD8-97B7AC152C5B}" dt="2026-09-15T08:38:42.500" v="2593" actId="478"/>
          <ac:picMkLst>
            <pc:docMk/>
            <pc:sldMk cId="897942138" sldId="295"/>
            <ac:picMk id="2" creationId="{D8305C57-4A3C-D8C0-C7AD-B897E7E48F5D}"/>
          </ac:picMkLst>
        </pc:picChg>
        <pc:picChg chg="add mod">
          <ac:chgData name="Guillaume Pech" userId="f08b9316144fa13b" providerId="LiveId" clId="{0FD22F48-4293-4E73-9CD8-97B7AC152C5B}" dt="2026-09-15T08:38:48.237" v="2598" actId="1076"/>
          <ac:picMkLst>
            <pc:docMk/>
            <pc:sldMk cId="897942138" sldId="295"/>
            <ac:picMk id="3" creationId="{D6293921-BB04-185A-ABC9-8E01D9D1AC7E}"/>
          </ac:picMkLst>
        </pc:picChg>
      </pc:sldChg>
      <pc:sldChg chg="addSp delSp modSp add mod ord">
        <pc:chgData name="Guillaume Pech" userId="f08b9316144fa13b" providerId="LiveId" clId="{0FD22F48-4293-4E73-9CD8-97B7AC152C5B}" dt="2026-09-15T11:01:26.761" v="3030" actId="22"/>
        <pc:sldMkLst>
          <pc:docMk/>
          <pc:sldMk cId="2048436905" sldId="296"/>
        </pc:sldMkLst>
        <pc:spChg chg="add del">
          <ac:chgData name="Guillaume Pech" userId="f08b9316144fa13b" providerId="LiveId" clId="{0FD22F48-4293-4E73-9CD8-97B7AC152C5B}" dt="2026-09-15T08:39:53.273" v="2611" actId="21"/>
          <ac:spMkLst>
            <pc:docMk/>
            <pc:sldMk cId="2048436905" sldId="296"/>
            <ac:spMk id="5" creationId="{B4DF08FB-13E7-7AAE-52BE-E7B1945A3406}"/>
          </ac:spMkLst>
        </pc:spChg>
        <pc:spChg chg="del">
          <ac:chgData name="Guillaume Pech" userId="f08b9316144fa13b" providerId="LiveId" clId="{0FD22F48-4293-4E73-9CD8-97B7AC152C5B}" dt="2026-09-15T11:01:26.598" v="3029" actId="478"/>
          <ac:spMkLst>
            <pc:docMk/>
            <pc:sldMk cId="2048436905" sldId="296"/>
            <ac:spMk id="7" creationId="{9BB69BFE-ABB0-C4FE-70C4-20D642B50DE8}"/>
          </ac:spMkLst>
        </pc:spChg>
        <pc:spChg chg="add mod">
          <ac:chgData name="Guillaume Pech" userId="f08b9316144fa13b" providerId="LiveId" clId="{0FD22F48-4293-4E73-9CD8-97B7AC152C5B}" dt="2026-09-15T08:40:04.530" v="2648" actId="20577"/>
          <ac:spMkLst>
            <pc:docMk/>
            <pc:sldMk cId="2048436905" sldId="296"/>
            <ac:spMk id="8" creationId="{EECF8F44-C3C6-7A34-89F6-34CA75DE2D98}"/>
          </ac:spMkLst>
        </pc:spChg>
        <pc:spChg chg="add del">
          <ac:chgData name="Guillaume Pech" userId="f08b9316144fa13b" providerId="LiveId" clId="{0FD22F48-4293-4E73-9CD8-97B7AC152C5B}" dt="2026-09-15T08:39:55.934" v="2613" actId="22"/>
          <ac:spMkLst>
            <pc:docMk/>
            <pc:sldMk cId="2048436905" sldId="296"/>
            <ac:spMk id="10" creationId="{8E8E75CD-3089-4747-90A0-6AFC8A6F1175}"/>
          </ac:spMkLst>
        </pc:spChg>
        <pc:spChg chg="add mod">
          <ac:chgData name="Guillaume Pech" userId="f08b9316144fa13b" providerId="LiveId" clId="{0FD22F48-4293-4E73-9CD8-97B7AC152C5B}" dt="2026-09-15T08:40:32.678" v="2669" actId="1076"/>
          <ac:spMkLst>
            <pc:docMk/>
            <pc:sldMk cId="2048436905" sldId="296"/>
            <ac:spMk id="12" creationId="{DD1B6794-849E-403C-4E53-D36CA69040DC}"/>
          </ac:spMkLst>
        </pc:spChg>
        <pc:spChg chg="add">
          <ac:chgData name="Guillaume Pech" userId="f08b9316144fa13b" providerId="LiveId" clId="{0FD22F48-4293-4E73-9CD8-97B7AC152C5B}" dt="2026-09-15T11:01:26.761" v="3030" actId="22"/>
          <ac:spMkLst>
            <pc:docMk/>
            <pc:sldMk cId="2048436905" sldId="296"/>
            <ac:spMk id="14" creationId="{5C8A3D5E-70E8-F6A2-B490-390D8DD0A02F}"/>
          </ac:spMkLst>
        </pc:spChg>
        <pc:spChg chg="add">
          <ac:chgData name="Guillaume Pech" userId="f08b9316144fa13b" providerId="LiveId" clId="{0FD22F48-4293-4E73-9CD8-97B7AC152C5B}" dt="2026-09-15T11:01:26.761" v="3030" actId="22"/>
          <ac:spMkLst>
            <pc:docMk/>
            <pc:sldMk cId="2048436905" sldId="296"/>
            <ac:spMk id="16" creationId="{13BC27B1-779A-1BE0-1B7E-3A4EB16B83F4}"/>
          </ac:spMkLst>
        </pc:spChg>
        <pc:spChg chg="add">
          <ac:chgData name="Guillaume Pech" userId="f08b9316144fa13b" providerId="LiveId" clId="{0FD22F48-4293-4E73-9CD8-97B7AC152C5B}" dt="2026-09-15T11:01:26.761" v="3030" actId="22"/>
          <ac:spMkLst>
            <pc:docMk/>
            <pc:sldMk cId="2048436905" sldId="296"/>
            <ac:spMk id="18" creationId="{63CBA751-E32A-A197-8BE3-40513A377DC3}"/>
          </ac:spMkLst>
        </pc:spChg>
        <pc:spChg chg="del">
          <ac:chgData name="Guillaume Pech" userId="f08b9316144fa13b" providerId="LiveId" clId="{0FD22F48-4293-4E73-9CD8-97B7AC152C5B}" dt="2026-09-15T11:01:26.598" v="3029" actId="478"/>
          <ac:spMkLst>
            <pc:docMk/>
            <pc:sldMk cId="2048436905" sldId="296"/>
            <ac:spMk id="20" creationId="{1CBE490A-A02A-B7F2-F0FA-3AE7E52463F7}"/>
          </ac:spMkLst>
        </pc:spChg>
        <pc:picChg chg="add mod">
          <ac:chgData name="Guillaume Pech" userId="f08b9316144fa13b" providerId="LiveId" clId="{0FD22F48-4293-4E73-9CD8-97B7AC152C5B}" dt="2026-09-15T08:40:13.022" v="2651" actId="1076"/>
          <ac:picMkLst>
            <pc:docMk/>
            <pc:sldMk cId="2048436905" sldId="296"/>
            <ac:picMk id="2" creationId="{A555DFA0-3EE8-B21D-E640-5E30994995A9}"/>
          </ac:picMkLst>
        </pc:picChg>
        <pc:picChg chg="del">
          <ac:chgData name="Guillaume Pech" userId="f08b9316144fa13b" providerId="LiveId" clId="{0FD22F48-4293-4E73-9CD8-97B7AC152C5B}" dt="2026-09-15T08:39:11.420" v="2600" actId="478"/>
          <ac:picMkLst>
            <pc:docMk/>
            <pc:sldMk cId="2048436905" sldId="296"/>
            <ac:picMk id="3" creationId="{FD7C8F38-40E8-FA8C-7832-AF13CD4A0B86}"/>
          </ac:picMkLst>
        </pc:picChg>
      </pc:sldChg>
      <pc:sldChg chg="addSp delSp modSp add mod ord">
        <pc:chgData name="Guillaume Pech" userId="f08b9316144fa13b" providerId="LiveId" clId="{0FD22F48-4293-4E73-9CD8-97B7AC152C5B}" dt="2026-09-15T11:01:30.381" v="3032" actId="22"/>
        <pc:sldMkLst>
          <pc:docMk/>
          <pc:sldMk cId="1892449553" sldId="297"/>
        </pc:sldMkLst>
        <pc:spChg chg="del">
          <ac:chgData name="Guillaume Pech" userId="f08b9316144fa13b" providerId="LiveId" clId="{0FD22F48-4293-4E73-9CD8-97B7AC152C5B}" dt="2026-09-15T11:01:30.229" v="3031" actId="478"/>
          <ac:spMkLst>
            <pc:docMk/>
            <pc:sldMk cId="1892449553" sldId="297"/>
            <ac:spMk id="7" creationId="{F6B0FC86-B227-8C57-662F-2166606023E7}"/>
          </ac:spMkLst>
        </pc:spChg>
        <pc:spChg chg="mod">
          <ac:chgData name="Guillaume Pech" userId="f08b9316144fa13b" providerId="LiveId" clId="{0FD22F48-4293-4E73-9CD8-97B7AC152C5B}" dt="2026-09-15T08:43:29.451" v="2718" actId="20577"/>
          <ac:spMkLst>
            <pc:docMk/>
            <pc:sldMk cId="1892449553" sldId="297"/>
            <ac:spMk id="8" creationId="{F4C3741F-4208-5071-6EF5-9AE41F6E374F}"/>
          </ac:spMkLst>
        </pc:spChg>
        <pc:spChg chg="add mod">
          <ac:chgData name="Guillaume Pech" userId="f08b9316144fa13b" providerId="LiveId" clId="{0FD22F48-4293-4E73-9CD8-97B7AC152C5B}" dt="2026-09-15T08:44:42.953" v="2764" actId="20577"/>
          <ac:spMkLst>
            <pc:docMk/>
            <pc:sldMk cId="1892449553" sldId="297"/>
            <ac:spMk id="9" creationId="{FFF057AC-D56D-4745-F6C0-7ED2EA591C6B}"/>
          </ac:spMkLst>
        </pc:spChg>
        <pc:spChg chg="add del mod">
          <ac:chgData name="Guillaume Pech" userId="f08b9316144fa13b" providerId="LiveId" clId="{0FD22F48-4293-4E73-9CD8-97B7AC152C5B}" dt="2026-09-15T08:45:07.887" v="2767" actId="478"/>
          <ac:spMkLst>
            <pc:docMk/>
            <pc:sldMk cId="1892449553" sldId="297"/>
            <ac:spMk id="11" creationId="{1C367683-3433-1D3F-C3B6-1AC987C144F3}"/>
          </ac:spMkLst>
        </pc:spChg>
        <pc:spChg chg="mod">
          <ac:chgData name="Guillaume Pech" userId="f08b9316144fa13b" providerId="LiveId" clId="{0FD22F48-4293-4E73-9CD8-97B7AC152C5B}" dt="2026-09-15T08:42:59.745" v="2681" actId="1076"/>
          <ac:spMkLst>
            <pc:docMk/>
            <pc:sldMk cId="1892449553" sldId="297"/>
            <ac:spMk id="12" creationId="{B228870A-70AB-14CE-8305-733378C03C85}"/>
          </ac:spMkLst>
        </pc:spChg>
        <pc:spChg chg="add mod">
          <ac:chgData name="Guillaume Pech" userId="f08b9316144fa13b" providerId="LiveId" clId="{0FD22F48-4293-4E73-9CD8-97B7AC152C5B}" dt="2026-09-15T08:45:12.879" v="2772" actId="20577"/>
          <ac:spMkLst>
            <pc:docMk/>
            <pc:sldMk cId="1892449553" sldId="297"/>
            <ac:spMk id="14" creationId="{F2A1BD5F-A322-E3E9-7112-2013BE88EC9B}"/>
          </ac:spMkLst>
        </pc:spChg>
        <pc:spChg chg="add">
          <ac:chgData name="Guillaume Pech" userId="f08b9316144fa13b" providerId="LiveId" clId="{0FD22F48-4293-4E73-9CD8-97B7AC152C5B}" dt="2026-09-15T11:01:30.381" v="3032" actId="22"/>
          <ac:spMkLst>
            <pc:docMk/>
            <pc:sldMk cId="1892449553" sldId="297"/>
            <ac:spMk id="16" creationId="{24BB9079-9C80-D847-9AE2-8F8E0B59F82D}"/>
          </ac:spMkLst>
        </pc:spChg>
        <pc:spChg chg="add">
          <ac:chgData name="Guillaume Pech" userId="f08b9316144fa13b" providerId="LiveId" clId="{0FD22F48-4293-4E73-9CD8-97B7AC152C5B}" dt="2026-09-15T11:01:30.381" v="3032" actId="22"/>
          <ac:spMkLst>
            <pc:docMk/>
            <pc:sldMk cId="1892449553" sldId="297"/>
            <ac:spMk id="18" creationId="{3A44E6F7-672A-05B7-B516-A577966B4D19}"/>
          </ac:spMkLst>
        </pc:spChg>
        <pc:spChg chg="del">
          <ac:chgData name="Guillaume Pech" userId="f08b9316144fa13b" providerId="LiveId" clId="{0FD22F48-4293-4E73-9CD8-97B7AC152C5B}" dt="2026-09-15T11:01:30.229" v="3031" actId="478"/>
          <ac:spMkLst>
            <pc:docMk/>
            <pc:sldMk cId="1892449553" sldId="297"/>
            <ac:spMk id="20" creationId="{25016FDB-D23A-7FF4-A79D-B00419F4167E}"/>
          </ac:spMkLst>
        </pc:spChg>
        <pc:spChg chg="add">
          <ac:chgData name="Guillaume Pech" userId="f08b9316144fa13b" providerId="LiveId" clId="{0FD22F48-4293-4E73-9CD8-97B7AC152C5B}" dt="2026-09-15T11:01:30.381" v="3032" actId="22"/>
          <ac:spMkLst>
            <pc:docMk/>
            <pc:sldMk cId="1892449553" sldId="297"/>
            <ac:spMk id="21" creationId="{00663EE5-E4B4-F94C-3206-7576489CC04F}"/>
          </ac:spMkLst>
        </pc:spChg>
        <pc:picChg chg="del">
          <ac:chgData name="Guillaume Pech" userId="f08b9316144fa13b" providerId="LiveId" clId="{0FD22F48-4293-4E73-9CD8-97B7AC152C5B}" dt="2026-09-15T08:42:52.794" v="2677" actId="478"/>
          <ac:picMkLst>
            <pc:docMk/>
            <pc:sldMk cId="1892449553" sldId="297"/>
            <ac:picMk id="2" creationId="{31C6A50C-1F86-7A27-8449-E57499884E8E}"/>
          </ac:picMkLst>
        </pc:picChg>
        <pc:picChg chg="add">
          <ac:chgData name="Guillaume Pech" userId="f08b9316144fa13b" providerId="LiveId" clId="{0FD22F48-4293-4E73-9CD8-97B7AC152C5B}" dt="2026-09-15T08:42:52.989" v="2678" actId="22"/>
          <ac:picMkLst>
            <pc:docMk/>
            <pc:sldMk cId="1892449553" sldId="297"/>
            <ac:picMk id="4" creationId="{CCFA0D47-EF1B-B15C-6D45-7E02AC8C9F29}"/>
          </ac:picMkLst>
        </pc:picChg>
        <pc:picChg chg="add mod">
          <ac:chgData name="Guillaume Pech" userId="f08b9316144fa13b" providerId="LiveId" clId="{0FD22F48-4293-4E73-9CD8-97B7AC152C5B}" dt="2026-09-15T08:44:15.203" v="2721" actId="1076"/>
          <ac:picMkLst>
            <pc:docMk/>
            <pc:sldMk cId="1892449553" sldId="297"/>
            <ac:picMk id="5" creationId="{4795AB0B-56C6-649B-726B-9B6747AC63B6}"/>
          </ac:picMkLst>
        </pc:picChg>
      </pc:sldChg>
      <pc:sldChg chg="addSp delSp modSp add mod ord">
        <pc:chgData name="Guillaume Pech" userId="f08b9316144fa13b" providerId="LiveId" clId="{0FD22F48-4293-4E73-9CD8-97B7AC152C5B}" dt="2026-09-15T11:01:35.122" v="3034" actId="22"/>
        <pc:sldMkLst>
          <pc:docMk/>
          <pc:sldMk cId="3198358769" sldId="298"/>
        </pc:sldMkLst>
        <pc:spChg chg="del">
          <ac:chgData name="Guillaume Pech" userId="f08b9316144fa13b" providerId="LiveId" clId="{0FD22F48-4293-4E73-9CD8-97B7AC152C5B}" dt="2026-09-15T11:01:34.976" v="3033" actId="478"/>
          <ac:spMkLst>
            <pc:docMk/>
            <pc:sldMk cId="3198358769" sldId="298"/>
            <ac:spMk id="7" creationId="{47A30FEC-85DF-8A6F-68AF-ECB4740D5B08}"/>
          </ac:spMkLst>
        </pc:spChg>
        <pc:spChg chg="mod">
          <ac:chgData name="Guillaume Pech" userId="f08b9316144fa13b" providerId="LiveId" clId="{0FD22F48-4293-4E73-9CD8-97B7AC152C5B}" dt="2026-09-15T08:48:51.067" v="2840"/>
          <ac:spMkLst>
            <pc:docMk/>
            <pc:sldMk cId="3198358769" sldId="298"/>
            <ac:spMk id="8" creationId="{C4B0BBC5-34B2-68A6-C36F-6FAF510C1980}"/>
          </ac:spMkLst>
        </pc:spChg>
        <pc:spChg chg="mod">
          <ac:chgData name="Guillaume Pech" userId="f08b9316144fa13b" providerId="LiveId" clId="{0FD22F48-4293-4E73-9CD8-97B7AC152C5B}" dt="2026-09-15T08:49:21.357" v="2851" actId="20577"/>
          <ac:spMkLst>
            <pc:docMk/>
            <pc:sldMk cId="3198358769" sldId="298"/>
            <ac:spMk id="9" creationId="{3C151026-8F16-1AC0-BFE3-5B764D09615A}"/>
          </ac:spMkLst>
        </pc:spChg>
        <pc:spChg chg="add">
          <ac:chgData name="Guillaume Pech" userId="f08b9316144fa13b" providerId="LiveId" clId="{0FD22F48-4293-4E73-9CD8-97B7AC152C5B}" dt="2026-09-15T11:01:35.122" v="3034" actId="22"/>
          <ac:spMkLst>
            <pc:docMk/>
            <pc:sldMk cId="3198358769" sldId="298"/>
            <ac:spMk id="10" creationId="{76B2BB7A-8B19-EED9-F11D-0E6D66764602}"/>
          </ac:spMkLst>
        </pc:spChg>
        <pc:spChg chg="mod">
          <ac:chgData name="Guillaume Pech" userId="f08b9316144fa13b" providerId="LiveId" clId="{0FD22F48-4293-4E73-9CD8-97B7AC152C5B}" dt="2026-09-15T08:48:23.126" v="2782" actId="20577"/>
          <ac:spMkLst>
            <pc:docMk/>
            <pc:sldMk cId="3198358769" sldId="298"/>
            <ac:spMk id="12" creationId="{F91D2CDC-1137-8350-F74B-97FD660B3F0A}"/>
          </ac:spMkLst>
        </pc:spChg>
        <pc:spChg chg="add">
          <ac:chgData name="Guillaume Pech" userId="f08b9316144fa13b" providerId="LiveId" clId="{0FD22F48-4293-4E73-9CD8-97B7AC152C5B}" dt="2026-09-15T11:01:35.122" v="3034" actId="22"/>
          <ac:spMkLst>
            <pc:docMk/>
            <pc:sldMk cId="3198358769" sldId="298"/>
            <ac:spMk id="13" creationId="{FDFE40C9-1D0F-1AB2-974C-C09862C0CC6B}"/>
          </ac:spMkLst>
        </pc:spChg>
        <pc:spChg chg="del">
          <ac:chgData name="Guillaume Pech" userId="f08b9316144fa13b" providerId="LiveId" clId="{0FD22F48-4293-4E73-9CD8-97B7AC152C5B}" dt="2026-09-15T08:49:16.118" v="2847" actId="478"/>
          <ac:spMkLst>
            <pc:docMk/>
            <pc:sldMk cId="3198358769" sldId="298"/>
            <ac:spMk id="14" creationId="{FCEC4A09-0168-1610-CA62-187A1741E03D}"/>
          </ac:spMkLst>
        </pc:spChg>
        <pc:spChg chg="add">
          <ac:chgData name="Guillaume Pech" userId="f08b9316144fa13b" providerId="LiveId" clId="{0FD22F48-4293-4E73-9CD8-97B7AC152C5B}" dt="2026-09-15T11:01:35.122" v="3034" actId="22"/>
          <ac:spMkLst>
            <pc:docMk/>
            <pc:sldMk cId="3198358769" sldId="298"/>
            <ac:spMk id="16" creationId="{C8671EC9-3A32-A921-3A02-5B4AFD7ACCFE}"/>
          </ac:spMkLst>
        </pc:spChg>
        <pc:spChg chg="del">
          <ac:chgData name="Guillaume Pech" userId="f08b9316144fa13b" providerId="LiveId" clId="{0FD22F48-4293-4E73-9CD8-97B7AC152C5B}" dt="2026-09-15T11:01:34.976" v="3033" actId="478"/>
          <ac:spMkLst>
            <pc:docMk/>
            <pc:sldMk cId="3198358769" sldId="298"/>
            <ac:spMk id="20" creationId="{78D1CBF1-3935-7C13-9C4F-4FB43635258A}"/>
          </ac:spMkLst>
        </pc:spChg>
        <pc:picChg chg="add mod">
          <ac:chgData name="Guillaume Pech" userId="f08b9316144fa13b" providerId="LiveId" clId="{0FD22F48-4293-4E73-9CD8-97B7AC152C5B}" dt="2026-09-15T08:48:19.177" v="2779" actId="1076"/>
          <ac:picMkLst>
            <pc:docMk/>
            <pc:sldMk cId="3198358769" sldId="298"/>
            <ac:picMk id="2" creationId="{E0A8ED17-D7CD-7AEC-21C7-25D385344AAE}"/>
          </ac:picMkLst>
        </pc:picChg>
        <pc:picChg chg="add mod">
          <ac:chgData name="Guillaume Pech" userId="f08b9316144fa13b" providerId="LiveId" clId="{0FD22F48-4293-4E73-9CD8-97B7AC152C5B}" dt="2026-09-15T08:49:14.021" v="2846" actId="14100"/>
          <ac:picMkLst>
            <pc:docMk/>
            <pc:sldMk cId="3198358769" sldId="298"/>
            <ac:picMk id="3" creationId="{F2B58501-20E0-80DD-8C67-45DB874A9C04}"/>
          </ac:picMkLst>
        </pc:picChg>
        <pc:picChg chg="del">
          <ac:chgData name="Guillaume Pech" userId="f08b9316144fa13b" providerId="LiveId" clId="{0FD22F48-4293-4E73-9CD8-97B7AC152C5B}" dt="2026-09-15T08:48:14.699" v="2774" actId="478"/>
          <ac:picMkLst>
            <pc:docMk/>
            <pc:sldMk cId="3198358769" sldId="298"/>
            <ac:picMk id="4" creationId="{FA0FC58B-DED8-93A8-1BF5-58428B6CF899}"/>
          </ac:picMkLst>
        </pc:picChg>
        <pc:picChg chg="del">
          <ac:chgData name="Guillaume Pech" userId="f08b9316144fa13b" providerId="LiveId" clId="{0FD22F48-4293-4E73-9CD8-97B7AC152C5B}" dt="2026-09-15T08:48:14.699" v="2774" actId="478"/>
          <ac:picMkLst>
            <pc:docMk/>
            <pc:sldMk cId="3198358769" sldId="298"/>
            <ac:picMk id="5" creationId="{5290ECFC-ECD8-B867-92F2-E0B8488C670B}"/>
          </ac:picMkLst>
        </pc:picChg>
      </pc:sldChg>
      <pc:sldChg chg="delSp add del mod">
        <pc:chgData name="Guillaume Pech" userId="f08b9316144fa13b" providerId="LiveId" clId="{0FD22F48-4293-4E73-9CD8-97B7AC152C5B}" dt="2026-09-15T08:50:41.888" v="2868" actId="47"/>
        <pc:sldMkLst>
          <pc:docMk/>
          <pc:sldMk cId="412984944" sldId="299"/>
        </pc:sldMkLst>
        <pc:spChg chg="del">
          <ac:chgData name="Guillaume Pech" userId="f08b9316144fa13b" providerId="LiveId" clId="{0FD22F48-4293-4E73-9CD8-97B7AC152C5B}" dt="2026-09-15T08:49:46.135" v="2853" actId="478"/>
          <ac:spMkLst>
            <pc:docMk/>
            <pc:sldMk cId="412984944" sldId="299"/>
            <ac:spMk id="8" creationId="{5BD2C40F-7186-0C6E-E9CC-F849908D267A}"/>
          </ac:spMkLst>
        </pc:spChg>
        <pc:spChg chg="del">
          <ac:chgData name="Guillaume Pech" userId="f08b9316144fa13b" providerId="LiveId" clId="{0FD22F48-4293-4E73-9CD8-97B7AC152C5B}" dt="2026-09-15T08:49:46.135" v="2853" actId="478"/>
          <ac:spMkLst>
            <pc:docMk/>
            <pc:sldMk cId="412984944" sldId="299"/>
            <ac:spMk id="9" creationId="{A579EDFC-6A5B-CAF5-D201-4CE02C1F38D7}"/>
          </ac:spMkLst>
        </pc:spChg>
        <pc:spChg chg="del">
          <ac:chgData name="Guillaume Pech" userId="f08b9316144fa13b" providerId="LiveId" clId="{0FD22F48-4293-4E73-9CD8-97B7AC152C5B}" dt="2026-09-15T08:49:46.135" v="2853" actId="478"/>
          <ac:spMkLst>
            <pc:docMk/>
            <pc:sldMk cId="412984944" sldId="299"/>
            <ac:spMk id="12" creationId="{76FDD83C-7E01-20E2-0D8F-9271EB1F5E25}"/>
          </ac:spMkLst>
        </pc:spChg>
        <pc:picChg chg="del">
          <ac:chgData name="Guillaume Pech" userId="f08b9316144fa13b" providerId="LiveId" clId="{0FD22F48-4293-4E73-9CD8-97B7AC152C5B}" dt="2026-09-15T08:49:46.135" v="2853" actId="478"/>
          <ac:picMkLst>
            <pc:docMk/>
            <pc:sldMk cId="412984944" sldId="299"/>
            <ac:picMk id="2" creationId="{AF3CCC7E-5B0E-25F3-B565-E8A2AFD1E03B}"/>
          </ac:picMkLst>
        </pc:picChg>
        <pc:picChg chg="del">
          <ac:chgData name="Guillaume Pech" userId="f08b9316144fa13b" providerId="LiveId" clId="{0FD22F48-4293-4E73-9CD8-97B7AC152C5B}" dt="2026-09-15T08:49:46.135" v="2853" actId="478"/>
          <ac:picMkLst>
            <pc:docMk/>
            <pc:sldMk cId="412984944" sldId="299"/>
            <ac:picMk id="3" creationId="{B0540981-3768-2197-A3B1-EC5182943F98}"/>
          </ac:picMkLst>
        </pc:picChg>
      </pc:sldChg>
      <pc:sldChg chg="addSp delSp modSp add mod ord">
        <pc:chgData name="Guillaume Pech" userId="f08b9316144fa13b" providerId="LiveId" clId="{0FD22F48-4293-4E73-9CD8-97B7AC152C5B}" dt="2026-09-15T11:01:38.810" v="3036" actId="22"/>
        <pc:sldMkLst>
          <pc:docMk/>
          <pc:sldMk cId="1211490282" sldId="300"/>
        </pc:sldMkLst>
        <pc:spChg chg="del">
          <ac:chgData name="Guillaume Pech" userId="f08b9316144fa13b" providerId="LiveId" clId="{0FD22F48-4293-4E73-9CD8-97B7AC152C5B}" dt="2026-09-15T11:01:38.639" v="3035" actId="478"/>
          <ac:spMkLst>
            <pc:docMk/>
            <pc:sldMk cId="1211490282" sldId="300"/>
            <ac:spMk id="7" creationId="{B22C1823-40F3-3203-6949-A18A479683D9}"/>
          </ac:spMkLst>
        </pc:spChg>
        <pc:spChg chg="add">
          <ac:chgData name="Guillaume Pech" userId="f08b9316144fa13b" providerId="LiveId" clId="{0FD22F48-4293-4E73-9CD8-97B7AC152C5B}" dt="2026-09-15T11:01:38.810" v="3036" actId="22"/>
          <ac:spMkLst>
            <pc:docMk/>
            <pc:sldMk cId="1211490282" sldId="300"/>
            <ac:spMk id="8" creationId="{DB3BCB49-BCB5-5E6C-B101-4812A4C881B6}"/>
          </ac:spMkLst>
        </pc:spChg>
        <pc:spChg chg="add">
          <ac:chgData name="Guillaume Pech" userId="f08b9316144fa13b" providerId="LiveId" clId="{0FD22F48-4293-4E73-9CD8-97B7AC152C5B}" dt="2026-09-15T11:01:38.810" v="3036" actId="22"/>
          <ac:spMkLst>
            <pc:docMk/>
            <pc:sldMk cId="1211490282" sldId="300"/>
            <ac:spMk id="10" creationId="{AB581D04-05C9-038E-046F-61AAB128698B}"/>
          </ac:spMkLst>
        </pc:spChg>
        <pc:spChg chg="add">
          <ac:chgData name="Guillaume Pech" userId="f08b9316144fa13b" providerId="LiveId" clId="{0FD22F48-4293-4E73-9CD8-97B7AC152C5B}" dt="2026-09-15T11:01:38.810" v="3036" actId="22"/>
          <ac:spMkLst>
            <pc:docMk/>
            <pc:sldMk cId="1211490282" sldId="300"/>
            <ac:spMk id="12" creationId="{C4F0AAD0-8B76-C257-5C7B-D2302367BDE2}"/>
          </ac:spMkLst>
        </pc:spChg>
        <pc:spChg chg="del">
          <ac:chgData name="Guillaume Pech" userId="f08b9316144fa13b" providerId="LiveId" clId="{0FD22F48-4293-4E73-9CD8-97B7AC152C5B}" dt="2026-09-15T11:01:38.639" v="3035" actId="478"/>
          <ac:spMkLst>
            <pc:docMk/>
            <pc:sldMk cId="1211490282" sldId="300"/>
            <ac:spMk id="20" creationId="{4A5C6644-18B6-6CCC-1817-031594D00D1E}"/>
          </ac:spMkLst>
        </pc:spChg>
        <pc:picChg chg="add mod">
          <ac:chgData name="Guillaume Pech" userId="f08b9316144fa13b" providerId="LiveId" clId="{0FD22F48-4293-4E73-9CD8-97B7AC152C5B}" dt="2026-09-15T08:50:34.549" v="2865" actId="1076"/>
          <ac:picMkLst>
            <pc:docMk/>
            <pc:sldMk cId="1211490282" sldId="300"/>
            <ac:picMk id="4" creationId="{E79AD5ED-78C2-B789-FCCD-E0FAA19B0452}"/>
          </ac:picMkLst>
        </pc:picChg>
      </pc:sldChg>
      <pc:sldChg chg="addSp delSp modSp add mod delAnim modAnim">
        <pc:chgData name="Guillaume Pech" userId="f08b9316144fa13b" providerId="LiveId" clId="{0FD22F48-4293-4E73-9CD8-97B7AC152C5B}" dt="2026-09-15T11:00:14.549" v="3002" actId="167"/>
        <pc:sldMkLst>
          <pc:docMk/>
          <pc:sldMk cId="3644607839" sldId="301"/>
        </pc:sldMkLst>
        <pc:spChg chg="del mod">
          <ac:chgData name="Guillaume Pech" userId="f08b9316144fa13b" providerId="LiveId" clId="{0FD22F48-4293-4E73-9CD8-97B7AC152C5B}" dt="2026-09-15T11:00:10.244" v="3000" actId="478"/>
          <ac:spMkLst>
            <pc:docMk/>
            <pc:sldMk cId="3644607839" sldId="301"/>
            <ac:spMk id="4" creationId="{1B11387F-8A79-F7EA-9D60-2C3A42B464FC}"/>
          </ac:spMkLst>
        </pc:spChg>
        <pc:spChg chg="add mod">
          <ac:chgData name="Guillaume Pech" userId="f08b9316144fa13b" providerId="LiveId" clId="{0FD22F48-4293-4E73-9CD8-97B7AC152C5B}" dt="2026-09-15T08:53:34.492" v="2933" actId="1076"/>
          <ac:spMkLst>
            <pc:docMk/>
            <pc:sldMk cId="3644607839" sldId="301"/>
            <ac:spMk id="5" creationId="{A3588537-A896-5EB9-B216-A9C1DB3C1E6D}"/>
          </ac:spMkLst>
        </pc:spChg>
        <pc:spChg chg="del">
          <ac:chgData name="Guillaume Pech" userId="f08b9316144fa13b" providerId="LiveId" clId="{0FD22F48-4293-4E73-9CD8-97B7AC152C5B}" dt="2026-09-15T11:00:10.244" v="3000" actId="478"/>
          <ac:spMkLst>
            <pc:docMk/>
            <pc:sldMk cId="3644607839" sldId="301"/>
            <ac:spMk id="7" creationId="{059682DE-7924-D57F-3E7A-412D2F4819E8}"/>
          </ac:spMkLst>
        </pc:spChg>
        <pc:spChg chg="add ord">
          <ac:chgData name="Guillaume Pech" userId="f08b9316144fa13b" providerId="LiveId" clId="{0FD22F48-4293-4E73-9CD8-97B7AC152C5B}" dt="2026-09-15T11:00:14.549" v="3002" actId="167"/>
          <ac:spMkLst>
            <pc:docMk/>
            <pc:sldMk cId="3644607839" sldId="301"/>
            <ac:spMk id="10" creationId="{32120B10-0262-F71A-A6C5-487F36CB1176}"/>
          </ac:spMkLst>
        </pc:spChg>
        <pc:picChg chg="add mod">
          <ac:chgData name="Guillaume Pech" userId="f08b9316144fa13b" providerId="LiveId" clId="{0FD22F48-4293-4E73-9CD8-97B7AC152C5B}" dt="2026-09-15T08:53:37.292" v="2934" actId="1076"/>
          <ac:picMkLst>
            <pc:docMk/>
            <pc:sldMk cId="3644607839" sldId="301"/>
            <ac:picMk id="2" creationId="{72D663C6-8C35-7D89-29F0-485364C00099}"/>
          </ac:picMkLst>
        </pc:picChg>
        <pc:picChg chg="del">
          <ac:chgData name="Guillaume Pech" userId="f08b9316144fa13b" providerId="LiveId" clId="{0FD22F48-4293-4E73-9CD8-97B7AC152C5B}" dt="2026-09-15T08:52:37.081" v="2873" actId="478"/>
          <ac:picMkLst>
            <pc:docMk/>
            <pc:sldMk cId="3644607839" sldId="301"/>
            <ac:picMk id="8" creationId="{77D9EEC2-4E6C-2DE2-0974-C34D62C81772}"/>
          </ac:picMkLst>
        </pc:picChg>
        <pc:picChg chg="del">
          <ac:chgData name="Guillaume Pech" userId="f08b9316144fa13b" providerId="LiveId" clId="{0FD22F48-4293-4E73-9CD8-97B7AC152C5B}" dt="2026-09-15T08:52:37.081" v="2873" actId="478"/>
          <ac:picMkLst>
            <pc:docMk/>
            <pc:sldMk cId="3644607839" sldId="301"/>
            <ac:picMk id="9" creationId="{965C8F24-A420-5719-3743-67F3DB332F3D}"/>
          </ac:picMkLst>
        </pc:picChg>
      </pc:sldChg>
      <pc:sldChg chg="addSp delSp modSp new mod">
        <pc:chgData name="Guillaume Pech" userId="f08b9316144fa13b" providerId="LiveId" clId="{0FD22F48-4293-4E73-9CD8-97B7AC152C5B}" dt="2026-09-15T11:00:25.196" v="3006" actId="167"/>
        <pc:sldMkLst>
          <pc:docMk/>
          <pc:sldMk cId="1080663566" sldId="302"/>
        </pc:sldMkLst>
        <pc:spChg chg="del">
          <ac:chgData name="Guillaume Pech" userId="f08b9316144fa13b" providerId="LiveId" clId="{0FD22F48-4293-4E73-9CD8-97B7AC152C5B}" dt="2026-09-15T08:57:07.788" v="2965" actId="478"/>
          <ac:spMkLst>
            <pc:docMk/>
            <pc:sldMk cId="1080663566" sldId="302"/>
            <ac:spMk id="2" creationId="{A36941A8-21AB-150A-3504-5D59791F67B2}"/>
          </ac:spMkLst>
        </pc:spChg>
        <pc:spChg chg="del">
          <ac:chgData name="Guillaume Pech" userId="f08b9316144fa13b" providerId="LiveId" clId="{0FD22F48-4293-4E73-9CD8-97B7AC152C5B}" dt="2026-09-15T08:57:07.788" v="2965" actId="478"/>
          <ac:spMkLst>
            <pc:docMk/>
            <pc:sldMk cId="1080663566" sldId="302"/>
            <ac:spMk id="3" creationId="{364C68D6-BBA9-5892-78D0-C701B62D639E}"/>
          </ac:spMkLst>
        </pc:spChg>
        <pc:spChg chg="add del">
          <ac:chgData name="Guillaume Pech" userId="f08b9316144fa13b" providerId="LiveId" clId="{0FD22F48-4293-4E73-9CD8-97B7AC152C5B}" dt="2026-09-15T11:00:20.707" v="3003" actId="478"/>
          <ac:spMkLst>
            <pc:docMk/>
            <pc:sldMk cId="1080663566" sldId="302"/>
            <ac:spMk id="7" creationId="{03ED7241-4D14-0AB3-EFD7-CEEE4592EC1E}"/>
          </ac:spMkLst>
        </pc:spChg>
        <pc:spChg chg="add del">
          <ac:chgData name="Guillaume Pech" userId="f08b9316144fa13b" providerId="LiveId" clId="{0FD22F48-4293-4E73-9CD8-97B7AC152C5B}" dt="2026-09-15T11:00:23.011" v="3004" actId="478"/>
          <ac:spMkLst>
            <pc:docMk/>
            <pc:sldMk cId="1080663566" sldId="302"/>
            <ac:spMk id="9" creationId="{256B315F-957F-04FD-14C9-FEC9D1534DED}"/>
          </ac:spMkLst>
        </pc:spChg>
        <pc:spChg chg="add">
          <ac:chgData name="Guillaume Pech" userId="f08b9316144fa13b" providerId="LiveId" clId="{0FD22F48-4293-4E73-9CD8-97B7AC152C5B}" dt="2026-09-15T08:57:13.675" v="2967" actId="22"/>
          <ac:spMkLst>
            <pc:docMk/>
            <pc:sldMk cId="1080663566" sldId="302"/>
            <ac:spMk id="11" creationId="{B0F5059D-706E-8BCA-94F7-F37BE56C07D3}"/>
          </ac:spMkLst>
        </pc:spChg>
        <pc:spChg chg="add ord">
          <ac:chgData name="Guillaume Pech" userId="f08b9316144fa13b" providerId="LiveId" clId="{0FD22F48-4293-4E73-9CD8-97B7AC152C5B}" dt="2026-09-15T11:00:25.196" v="3006" actId="167"/>
          <ac:spMkLst>
            <pc:docMk/>
            <pc:sldMk cId="1080663566" sldId="302"/>
            <ac:spMk id="21" creationId="{CBEF7A09-C618-66B5-4270-59B7F49D8F37}"/>
          </ac:spMkLst>
        </pc:spChg>
        <pc:picChg chg="add mod">
          <ac:chgData name="Guillaume Pech" userId="f08b9316144fa13b" providerId="LiveId" clId="{0FD22F48-4293-4E73-9CD8-97B7AC152C5B}" dt="2026-09-15T08:57:18.008" v="2970" actId="1076"/>
          <ac:picMkLst>
            <pc:docMk/>
            <pc:sldMk cId="1080663566" sldId="302"/>
            <ac:picMk id="5" creationId="{B77D04E5-3E17-2DD0-38AE-D6D6B646513B}"/>
          </ac:picMkLst>
        </pc:picChg>
        <pc:picChg chg="add mod">
          <ac:chgData name="Guillaume Pech" userId="f08b9316144fa13b" providerId="LiveId" clId="{0FD22F48-4293-4E73-9CD8-97B7AC152C5B}" dt="2026-09-15T08:57:51.390" v="2975" actId="1076"/>
          <ac:picMkLst>
            <pc:docMk/>
            <pc:sldMk cId="1080663566" sldId="302"/>
            <ac:picMk id="13" creationId="{A0DE309A-AD83-DB86-1491-7CE611F41D9E}"/>
          </ac:picMkLst>
        </pc:picChg>
        <pc:picChg chg="add mod">
          <ac:chgData name="Guillaume Pech" userId="f08b9316144fa13b" providerId="LiveId" clId="{0FD22F48-4293-4E73-9CD8-97B7AC152C5B}" dt="2026-09-15T08:57:55.549" v="2978" actId="1076"/>
          <ac:picMkLst>
            <pc:docMk/>
            <pc:sldMk cId="1080663566" sldId="302"/>
            <ac:picMk id="15" creationId="{32485C96-D711-463D-63D1-81C19297783C}"/>
          </ac:picMkLst>
        </pc:picChg>
        <pc:picChg chg="add mod modCrop">
          <ac:chgData name="Guillaume Pech" userId="f08b9316144fa13b" providerId="LiveId" clId="{0FD22F48-4293-4E73-9CD8-97B7AC152C5B}" dt="2026-09-15T08:59:48.615" v="2988" actId="1076"/>
          <ac:picMkLst>
            <pc:docMk/>
            <pc:sldMk cId="1080663566" sldId="302"/>
            <ac:picMk id="17" creationId="{AF9D0ED7-A7B6-3249-D481-E4B85CF03F33}"/>
          </ac:picMkLst>
        </pc:picChg>
        <pc:picChg chg="add mod">
          <ac:chgData name="Guillaume Pech" userId="f08b9316144fa13b" providerId="LiveId" clId="{0FD22F48-4293-4E73-9CD8-97B7AC152C5B}" dt="2026-09-15T08:59:47.918" v="2987" actId="14100"/>
          <ac:picMkLst>
            <pc:docMk/>
            <pc:sldMk cId="1080663566" sldId="302"/>
            <ac:picMk id="19" creationId="{280B6E27-E796-ED06-E929-653B3569BF04}"/>
          </ac:picMkLst>
        </pc:picChg>
      </pc:sldChg>
      <pc:sldChg chg="addSp delSp modSp add mod ord">
        <pc:chgData name="Guillaume Pech" userId="f08b9316144fa13b" providerId="LiveId" clId="{0FD22F48-4293-4E73-9CD8-97B7AC152C5B}" dt="2026-09-15T12:00:07.805" v="3215" actId="1076"/>
        <pc:sldMkLst>
          <pc:docMk/>
          <pc:sldMk cId="3935188440" sldId="303"/>
        </pc:sldMkLst>
        <pc:spChg chg="add mod ord">
          <ac:chgData name="Guillaume Pech" userId="f08b9316144fa13b" providerId="LiveId" clId="{0FD22F48-4293-4E73-9CD8-97B7AC152C5B}" dt="2026-09-15T11:59:18.032" v="3203" actId="207"/>
          <ac:spMkLst>
            <pc:docMk/>
            <pc:sldMk cId="3935188440" sldId="303"/>
            <ac:spMk id="5" creationId="{4234AB89-FB31-A21C-8772-39E903471784}"/>
          </ac:spMkLst>
        </pc:spChg>
        <pc:spChg chg="del">
          <ac:chgData name="Guillaume Pech" userId="f08b9316144fa13b" providerId="LiveId" clId="{0FD22F48-4293-4E73-9CD8-97B7AC152C5B}" dt="2026-09-15T11:49:10.508" v="3085" actId="478"/>
          <ac:spMkLst>
            <pc:docMk/>
            <pc:sldMk cId="3935188440" sldId="303"/>
            <ac:spMk id="6" creationId="{9439E0AF-820A-2E3A-455F-F3DCD6F14566}"/>
          </ac:spMkLst>
        </pc:spChg>
        <pc:spChg chg="add del">
          <ac:chgData name="Guillaume Pech" userId="f08b9316144fa13b" providerId="LiveId" clId="{0FD22F48-4293-4E73-9CD8-97B7AC152C5B}" dt="2026-09-15T11:50:16.360" v="3087" actId="22"/>
          <ac:spMkLst>
            <pc:docMk/>
            <pc:sldMk cId="3935188440" sldId="303"/>
            <ac:spMk id="17" creationId="{64226471-4530-7D7F-BF8D-CBB5B6D3C98A}"/>
          </ac:spMkLst>
        </pc:spChg>
        <pc:spChg chg="add del">
          <ac:chgData name="Guillaume Pech" userId="f08b9316144fa13b" providerId="LiveId" clId="{0FD22F48-4293-4E73-9CD8-97B7AC152C5B}" dt="2026-09-15T11:50:16.360" v="3087" actId="22"/>
          <ac:spMkLst>
            <pc:docMk/>
            <pc:sldMk cId="3935188440" sldId="303"/>
            <ac:spMk id="19" creationId="{84B0CFA5-2D27-3D84-A982-693B45D22006}"/>
          </ac:spMkLst>
        </pc:spChg>
        <pc:spChg chg="add del">
          <ac:chgData name="Guillaume Pech" userId="f08b9316144fa13b" providerId="LiveId" clId="{0FD22F48-4293-4E73-9CD8-97B7AC152C5B}" dt="2026-09-15T11:50:16.360" v="3087" actId="22"/>
          <ac:spMkLst>
            <pc:docMk/>
            <pc:sldMk cId="3935188440" sldId="303"/>
            <ac:spMk id="23" creationId="{CF476681-94BD-F225-D20B-F300C86606FD}"/>
          </ac:spMkLst>
        </pc:spChg>
        <pc:spChg chg="add del">
          <ac:chgData name="Guillaume Pech" userId="f08b9316144fa13b" providerId="LiveId" clId="{0FD22F48-4293-4E73-9CD8-97B7AC152C5B}" dt="2026-09-15T11:50:16.360" v="3087" actId="22"/>
          <ac:spMkLst>
            <pc:docMk/>
            <pc:sldMk cId="3935188440" sldId="303"/>
            <ac:spMk id="25" creationId="{5EDAA913-4B05-2D97-BCA8-0AA201CFC151}"/>
          </ac:spMkLst>
        </pc:spChg>
        <pc:spChg chg="add del">
          <ac:chgData name="Guillaume Pech" userId="f08b9316144fa13b" providerId="LiveId" clId="{0FD22F48-4293-4E73-9CD8-97B7AC152C5B}" dt="2026-09-15T11:50:16.360" v="3087" actId="22"/>
          <ac:spMkLst>
            <pc:docMk/>
            <pc:sldMk cId="3935188440" sldId="303"/>
            <ac:spMk id="27" creationId="{4D03DF18-6A7B-7CA2-B204-9098A3CE00A0}"/>
          </ac:spMkLst>
        </pc:spChg>
        <pc:spChg chg="add del">
          <ac:chgData name="Guillaume Pech" userId="f08b9316144fa13b" providerId="LiveId" clId="{0FD22F48-4293-4E73-9CD8-97B7AC152C5B}" dt="2026-09-15T11:50:16.360" v="3087" actId="22"/>
          <ac:spMkLst>
            <pc:docMk/>
            <pc:sldMk cId="3935188440" sldId="303"/>
            <ac:spMk id="29" creationId="{B704F8E7-E467-BA6B-BF66-FB95635A3890}"/>
          </ac:spMkLst>
        </pc:spChg>
        <pc:spChg chg="add del">
          <ac:chgData name="Guillaume Pech" userId="f08b9316144fa13b" providerId="LiveId" clId="{0FD22F48-4293-4E73-9CD8-97B7AC152C5B}" dt="2026-09-15T11:50:16.360" v="3087" actId="22"/>
          <ac:spMkLst>
            <pc:docMk/>
            <pc:sldMk cId="3935188440" sldId="303"/>
            <ac:spMk id="31" creationId="{6192B03A-1CB1-5368-C133-918085B2A104}"/>
          </ac:spMkLst>
        </pc:spChg>
        <pc:spChg chg="add del">
          <ac:chgData name="Guillaume Pech" userId="f08b9316144fa13b" providerId="LiveId" clId="{0FD22F48-4293-4E73-9CD8-97B7AC152C5B}" dt="2026-09-15T11:50:16.360" v="3087" actId="22"/>
          <ac:spMkLst>
            <pc:docMk/>
            <pc:sldMk cId="3935188440" sldId="303"/>
            <ac:spMk id="33" creationId="{A65DDD4E-CE89-34F9-3030-0385FFEBEB88}"/>
          </ac:spMkLst>
        </pc:spChg>
        <pc:spChg chg="add del">
          <ac:chgData name="Guillaume Pech" userId="f08b9316144fa13b" providerId="LiveId" clId="{0FD22F48-4293-4E73-9CD8-97B7AC152C5B}" dt="2026-09-15T11:50:16.360" v="3087" actId="22"/>
          <ac:spMkLst>
            <pc:docMk/>
            <pc:sldMk cId="3935188440" sldId="303"/>
            <ac:spMk id="35" creationId="{CE5FE18C-4504-58C4-4793-6ED081C5D424}"/>
          </ac:spMkLst>
        </pc:spChg>
        <pc:spChg chg="add del">
          <ac:chgData name="Guillaume Pech" userId="f08b9316144fa13b" providerId="LiveId" clId="{0FD22F48-4293-4E73-9CD8-97B7AC152C5B}" dt="2026-09-15T11:50:16.360" v="3087" actId="22"/>
          <ac:spMkLst>
            <pc:docMk/>
            <pc:sldMk cId="3935188440" sldId="303"/>
            <ac:spMk id="37" creationId="{FF1FC1D3-F3FC-2CA6-22A8-7D6518871EE3}"/>
          </ac:spMkLst>
        </pc:spChg>
        <pc:spChg chg="add mod">
          <ac:chgData name="Guillaume Pech" userId="f08b9316144fa13b" providerId="LiveId" clId="{0FD22F48-4293-4E73-9CD8-97B7AC152C5B}" dt="2026-09-15T11:55:23.365" v="3170" actId="20577"/>
          <ac:spMkLst>
            <pc:docMk/>
            <pc:sldMk cId="3935188440" sldId="303"/>
            <ac:spMk id="43" creationId="{3DB5C4BB-1A1E-FF9A-B184-1849B374BF5D}"/>
          </ac:spMkLst>
        </pc:spChg>
        <pc:spChg chg="add mod">
          <ac:chgData name="Guillaume Pech" userId="f08b9316144fa13b" providerId="LiveId" clId="{0FD22F48-4293-4E73-9CD8-97B7AC152C5B}" dt="2026-09-15T12:00:07.805" v="3215" actId="1076"/>
          <ac:spMkLst>
            <pc:docMk/>
            <pc:sldMk cId="3935188440" sldId="303"/>
            <ac:spMk id="45" creationId="{21E57092-196C-00AE-B87B-BFFB021C19CC}"/>
          </ac:spMkLst>
        </pc:spChg>
        <pc:spChg chg="add del">
          <ac:chgData name="Guillaume Pech" userId="f08b9316144fa13b" providerId="LiveId" clId="{0FD22F48-4293-4E73-9CD8-97B7AC152C5B}" dt="2026-09-15T11:55:02.537" v="3163" actId="21"/>
          <ac:spMkLst>
            <pc:docMk/>
            <pc:sldMk cId="3935188440" sldId="303"/>
            <ac:spMk id="49" creationId="{82FC8950-4C2D-BDE8-A950-B60001D63868}"/>
          </ac:spMkLst>
        </pc:spChg>
        <pc:spChg chg="add del">
          <ac:chgData name="Guillaume Pech" userId="f08b9316144fa13b" providerId="LiveId" clId="{0FD22F48-4293-4E73-9CD8-97B7AC152C5B}" dt="2026-09-15T11:55:02.537" v="3163" actId="21"/>
          <ac:spMkLst>
            <pc:docMk/>
            <pc:sldMk cId="3935188440" sldId="303"/>
            <ac:spMk id="51" creationId="{1C670151-854E-1965-8BC4-667CE25BF3A0}"/>
          </ac:spMkLst>
        </pc:spChg>
        <pc:spChg chg="add del">
          <ac:chgData name="Guillaume Pech" userId="f08b9316144fa13b" providerId="LiveId" clId="{0FD22F48-4293-4E73-9CD8-97B7AC152C5B}" dt="2026-09-15T11:55:17.269" v="3169" actId="21"/>
          <ac:spMkLst>
            <pc:docMk/>
            <pc:sldMk cId="3935188440" sldId="303"/>
            <ac:spMk id="53" creationId="{5B19776E-9005-8B0D-D905-5C7C39746798}"/>
          </ac:spMkLst>
        </pc:spChg>
        <pc:spChg chg="add del">
          <ac:chgData name="Guillaume Pech" userId="f08b9316144fa13b" providerId="LiveId" clId="{0FD22F48-4293-4E73-9CD8-97B7AC152C5B}" dt="2026-09-15T11:55:24.901" v="3172" actId="22"/>
          <ac:spMkLst>
            <pc:docMk/>
            <pc:sldMk cId="3935188440" sldId="303"/>
            <ac:spMk id="57" creationId="{778E035D-C46C-FC63-19EC-60F76B0BE97B}"/>
          </ac:spMkLst>
        </pc:spChg>
        <pc:spChg chg="add mod">
          <ac:chgData name="Guillaume Pech" userId="f08b9316144fa13b" providerId="LiveId" clId="{0FD22F48-4293-4E73-9CD8-97B7AC152C5B}" dt="2026-09-15T11:56:43.078" v="3201" actId="5793"/>
          <ac:spMkLst>
            <pc:docMk/>
            <pc:sldMk cId="3935188440" sldId="303"/>
            <ac:spMk id="59" creationId="{F3700E58-41F0-EA4E-C95D-8B4F1CC3C359}"/>
          </ac:spMkLst>
        </pc:spChg>
        <pc:picChg chg="del mod">
          <ac:chgData name="Guillaume Pech" userId="f08b9316144fa13b" providerId="LiveId" clId="{0FD22F48-4293-4E73-9CD8-97B7AC152C5B}" dt="2026-09-15T11:49:09.058" v="3084" actId="478"/>
          <ac:picMkLst>
            <pc:docMk/>
            <pc:sldMk cId="3935188440" sldId="303"/>
            <ac:picMk id="3" creationId="{6308819C-FE87-A8B8-0BDC-A283D2DBC605}"/>
          </ac:picMkLst>
        </pc:picChg>
        <pc:picChg chg="del">
          <ac:chgData name="Guillaume Pech" userId="f08b9316144fa13b" providerId="LiveId" clId="{0FD22F48-4293-4E73-9CD8-97B7AC152C5B}" dt="2026-09-15T11:49:08.625" v="3083" actId="478"/>
          <ac:picMkLst>
            <pc:docMk/>
            <pc:sldMk cId="3935188440" sldId="303"/>
            <ac:picMk id="4" creationId="{73450A4D-33DA-83DF-E1F5-0B3F1585B591}"/>
          </ac:picMkLst>
        </pc:picChg>
        <pc:picChg chg="add del mod modCrop">
          <ac:chgData name="Guillaume Pech" userId="f08b9316144fa13b" providerId="LiveId" clId="{0FD22F48-4293-4E73-9CD8-97B7AC152C5B}" dt="2026-09-15T11:50:29.918" v="3091" actId="21"/>
          <ac:picMkLst>
            <pc:docMk/>
            <pc:sldMk cId="3935188440" sldId="303"/>
            <ac:picMk id="39" creationId="{C6B443F6-462A-F243-F1E7-4764043F04FB}"/>
          </ac:picMkLst>
        </pc:picChg>
        <pc:picChg chg="add del mod modCrop">
          <ac:chgData name="Guillaume Pech" userId="f08b9316144fa13b" providerId="LiveId" clId="{0FD22F48-4293-4E73-9CD8-97B7AC152C5B}" dt="2026-09-15T11:54:53.883" v="3161" actId="478"/>
          <ac:picMkLst>
            <pc:docMk/>
            <pc:sldMk cId="3935188440" sldId="303"/>
            <ac:picMk id="41" creationId="{F262F24E-4BF3-5559-3E95-79874C799863}"/>
          </ac:picMkLst>
        </pc:picChg>
        <pc:picChg chg="add del">
          <ac:chgData name="Guillaume Pech" userId="f08b9316144fa13b" providerId="LiveId" clId="{0FD22F48-4293-4E73-9CD8-97B7AC152C5B}" dt="2026-09-15T11:55:02.537" v="3163" actId="21"/>
          <ac:picMkLst>
            <pc:docMk/>
            <pc:sldMk cId="3935188440" sldId="303"/>
            <ac:picMk id="47" creationId="{95430356-26F5-78FD-4D45-D26D9EF2D0F3}"/>
          </ac:picMkLst>
        </pc:picChg>
        <pc:picChg chg="add mod">
          <ac:chgData name="Guillaume Pech" userId="f08b9316144fa13b" providerId="LiveId" clId="{0FD22F48-4293-4E73-9CD8-97B7AC152C5B}" dt="2026-09-15T11:55:14.481" v="3168" actId="1076"/>
          <ac:picMkLst>
            <pc:docMk/>
            <pc:sldMk cId="3935188440" sldId="303"/>
            <ac:picMk id="55" creationId="{DD4B276C-C09A-1EA3-4AA7-F018F3DEE467}"/>
          </ac:picMkLst>
        </pc:picChg>
      </pc:sldChg>
      <pc:sldChg chg="addSp delSp modSp add mod">
        <pc:chgData name="Guillaume Pech" userId="f08b9316144fa13b" providerId="LiveId" clId="{0FD22F48-4293-4E73-9CD8-97B7AC152C5B}" dt="2026-09-15T11:59:42.924" v="3207" actId="478"/>
        <pc:sldMkLst>
          <pc:docMk/>
          <pc:sldMk cId="1203731603" sldId="304"/>
        </pc:sldMkLst>
        <pc:spChg chg="mod">
          <ac:chgData name="Guillaume Pech" userId="f08b9316144fa13b" providerId="LiveId" clId="{0FD22F48-4293-4E73-9CD8-97B7AC152C5B}" dt="2026-09-15T11:59:22.279" v="3204" actId="207"/>
          <ac:spMkLst>
            <pc:docMk/>
            <pc:sldMk cId="1203731603" sldId="304"/>
            <ac:spMk id="5" creationId="{3BC79551-C8F4-A721-84E6-5CBAC5D1F128}"/>
          </ac:spMkLst>
        </pc:spChg>
        <pc:spChg chg="add mod">
          <ac:chgData name="Guillaume Pech" userId="f08b9316144fa13b" providerId="LiveId" clId="{0FD22F48-4293-4E73-9CD8-97B7AC152C5B}" dt="2026-09-15T11:54:11.641" v="3157" actId="20577"/>
          <ac:spMkLst>
            <pc:docMk/>
            <pc:sldMk cId="1203731603" sldId="304"/>
            <ac:spMk id="6" creationId="{B0681046-84A8-C962-186D-5B06C6A34164}"/>
          </ac:spMkLst>
        </pc:spChg>
        <pc:spChg chg="del">
          <ac:chgData name="Guillaume Pech" userId="f08b9316144fa13b" providerId="LiveId" clId="{0FD22F48-4293-4E73-9CD8-97B7AC152C5B}" dt="2026-09-15T11:53:21.042" v="3137" actId="478"/>
          <ac:spMkLst>
            <pc:docMk/>
            <pc:sldMk cId="1203731603" sldId="304"/>
            <ac:spMk id="43" creationId="{3804BE24-00E0-FF70-417C-AA05CD00B23A}"/>
          </ac:spMkLst>
        </pc:spChg>
        <pc:spChg chg="del">
          <ac:chgData name="Guillaume Pech" userId="f08b9316144fa13b" providerId="LiveId" clId="{0FD22F48-4293-4E73-9CD8-97B7AC152C5B}" dt="2026-09-15T11:59:42.924" v="3207" actId="478"/>
          <ac:spMkLst>
            <pc:docMk/>
            <pc:sldMk cId="1203731603" sldId="304"/>
            <ac:spMk id="45" creationId="{32682423-1682-58AD-C042-9E757286689E}"/>
          </ac:spMkLst>
        </pc:spChg>
        <pc:picChg chg="add mod">
          <ac:chgData name="Guillaume Pech" userId="f08b9316144fa13b" providerId="LiveId" clId="{0FD22F48-4293-4E73-9CD8-97B7AC152C5B}" dt="2026-09-15T11:53:17.325" v="3136" actId="1076"/>
          <ac:picMkLst>
            <pc:docMk/>
            <pc:sldMk cId="1203731603" sldId="304"/>
            <ac:picMk id="3" creationId="{F67A47F2-DBE0-558C-3B00-E433EEE6D5AE}"/>
          </ac:picMkLst>
        </pc:picChg>
        <pc:picChg chg="del">
          <ac:chgData name="Guillaume Pech" userId="f08b9316144fa13b" providerId="LiveId" clId="{0FD22F48-4293-4E73-9CD8-97B7AC152C5B}" dt="2026-09-15T11:53:12.570" v="3134" actId="478"/>
          <ac:picMkLst>
            <pc:docMk/>
            <pc:sldMk cId="1203731603" sldId="304"/>
            <ac:picMk id="41" creationId="{CA44E684-92FA-E214-4913-3623D77DB1FC}"/>
          </ac:picMkLst>
        </pc:picChg>
      </pc:sldChg>
      <pc:sldChg chg="new del">
        <pc:chgData name="Guillaume Pech" userId="f08b9316144fa13b" providerId="LiveId" clId="{0FD22F48-4293-4E73-9CD8-97B7AC152C5B}" dt="2026-09-16T05:16:02.925" v="3360" actId="47"/>
        <pc:sldMkLst>
          <pc:docMk/>
          <pc:sldMk cId="200768686" sldId="305"/>
        </pc:sldMkLst>
      </pc:sldChg>
      <pc:sldChg chg="delSp modSp add del mod">
        <pc:chgData name="Guillaume Pech" userId="f08b9316144fa13b" providerId="LiveId" clId="{0FD22F48-4293-4E73-9CD8-97B7AC152C5B}" dt="2026-09-16T05:15:49.907" v="3358" actId="47"/>
        <pc:sldMkLst>
          <pc:docMk/>
          <pc:sldMk cId="3411813896" sldId="306"/>
        </pc:sldMkLst>
        <pc:spChg chg="mod">
          <ac:chgData name="Guillaume Pech" userId="f08b9316144fa13b" providerId="LiveId" clId="{0FD22F48-4293-4E73-9CD8-97B7AC152C5B}" dt="2026-09-15T11:59:26.555" v="3205" actId="207"/>
          <ac:spMkLst>
            <pc:docMk/>
            <pc:sldMk cId="3411813896" sldId="306"/>
            <ac:spMk id="5" creationId="{9B63094C-69B9-3F77-7A6F-16E7E8F01AE6}"/>
          </ac:spMkLst>
        </pc:spChg>
        <pc:spChg chg="del">
          <ac:chgData name="Guillaume Pech" userId="f08b9316144fa13b" providerId="LiveId" clId="{0FD22F48-4293-4E73-9CD8-97B7AC152C5B}" dt="2026-09-15T11:59:40.928" v="3206" actId="478"/>
          <ac:spMkLst>
            <pc:docMk/>
            <pc:sldMk cId="3411813896" sldId="306"/>
            <ac:spMk id="45" creationId="{E4961FE9-8C16-CF1A-8B64-35E5639D4F36}"/>
          </ac:spMkLst>
        </pc:spChg>
      </pc:sldChg>
      <pc:sldChg chg="addSp delSp modSp add mod">
        <pc:chgData name="Guillaume Pech" userId="f08b9316144fa13b" providerId="LiveId" clId="{0FD22F48-4293-4E73-9CD8-97B7AC152C5B}" dt="2026-09-15T12:00:15.976" v="3217" actId="22"/>
        <pc:sldMkLst>
          <pc:docMk/>
          <pc:sldMk cId="2662392374" sldId="307"/>
        </pc:sldMkLst>
        <pc:spChg chg="add">
          <ac:chgData name="Guillaume Pech" userId="f08b9316144fa13b" providerId="LiveId" clId="{0FD22F48-4293-4E73-9CD8-97B7AC152C5B}" dt="2026-09-15T12:00:15.976" v="3217" actId="22"/>
          <ac:spMkLst>
            <pc:docMk/>
            <pc:sldMk cId="2662392374" sldId="307"/>
            <ac:spMk id="3" creationId="{1851E36D-B998-5A6F-B799-6C44F2B4549F}"/>
          </ac:spMkLst>
        </pc:spChg>
        <pc:spChg chg="mod">
          <ac:chgData name="Guillaume Pech" userId="f08b9316144fa13b" providerId="LiveId" clId="{0FD22F48-4293-4E73-9CD8-97B7AC152C5B}" dt="2026-09-15T11:59:12.224" v="3202" actId="207"/>
          <ac:spMkLst>
            <pc:docMk/>
            <pc:sldMk cId="2662392374" sldId="307"/>
            <ac:spMk id="5" creationId="{9DACBF39-096B-6C2E-ABDF-55C966BA0CCD}"/>
          </ac:spMkLst>
        </pc:spChg>
        <pc:spChg chg="mod">
          <ac:chgData name="Guillaume Pech" userId="f08b9316144fa13b" providerId="LiveId" clId="{0FD22F48-4293-4E73-9CD8-97B7AC152C5B}" dt="2026-09-15T11:56:21.035" v="3189" actId="21"/>
          <ac:spMkLst>
            <pc:docMk/>
            <pc:sldMk cId="2662392374" sldId="307"/>
            <ac:spMk id="43" creationId="{ECA17992-0CF0-E65A-7B03-229C663597E5}"/>
          </ac:spMkLst>
        </pc:spChg>
        <pc:spChg chg="del">
          <ac:chgData name="Guillaume Pech" userId="f08b9316144fa13b" providerId="LiveId" clId="{0FD22F48-4293-4E73-9CD8-97B7AC152C5B}" dt="2026-09-15T12:00:15.565" v="3216" actId="478"/>
          <ac:spMkLst>
            <pc:docMk/>
            <pc:sldMk cId="2662392374" sldId="307"/>
            <ac:spMk id="45" creationId="{1A38F640-4BCB-61D6-B42A-B027380655D1}"/>
          </ac:spMkLst>
        </pc:spChg>
      </pc:sldChg>
      <pc:sldChg chg="addSp delSp modSp add mod">
        <pc:chgData name="Guillaume Pech" userId="f08b9316144fa13b" providerId="LiveId" clId="{0FD22F48-4293-4E73-9CD8-97B7AC152C5B}" dt="2026-09-16T05:23:20.592" v="3399" actId="1076"/>
        <pc:sldMkLst>
          <pc:docMk/>
          <pc:sldMk cId="2816923192" sldId="308"/>
        </pc:sldMkLst>
        <pc:spChg chg="add mod ord">
          <ac:chgData name="Guillaume Pech" userId="f08b9316144fa13b" providerId="LiveId" clId="{0FD22F48-4293-4E73-9CD8-97B7AC152C5B}" dt="2026-09-15T12:06:44.493" v="3300" actId="404"/>
          <ac:spMkLst>
            <pc:docMk/>
            <pc:sldMk cId="2816923192" sldId="308"/>
            <ac:spMk id="4" creationId="{16086598-249C-3112-8D37-8EF67F0C9B80}"/>
          </ac:spMkLst>
        </pc:spChg>
        <pc:spChg chg="del">
          <ac:chgData name="Guillaume Pech" userId="f08b9316144fa13b" providerId="LiveId" clId="{0FD22F48-4293-4E73-9CD8-97B7AC152C5B}" dt="2026-09-15T12:06:58.387" v="3303" actId="478"/>
          <ac:spMkLst>
            <pc:docMk/>
            <pc:sldMk cId="2816923192" sldId="308"/>
            <ac:spMk id="6" creationId="{DE53F5EB-283F-DF21-26B0-A02BA9E935F9}"/>
          </ac:spMkLst>
        </pc:spChg>
        <pc:spChg chg="add mod">
          <ac:chgData name="Guillaume Pech" userId="f08b9316144fa13b" providerId="LiveId" clId="{0FD22F48-4293-4E73-9CD8-97B7AC152C5B}" dt="2026-09-16T05:23:20.592" v="3399" actId="1076"/>
          <ac:spMkLst>
            <pc:docMk/>
            <pc:sldMk cId="2816923192" sldId="308"/>
            <ac:spMk id="7" creationId="{316E91AA-9D4C-35B1-FBEA-FD7DEE43D30B}"/>
          </ac:spMkLst>
        </pc:spChg>
        <pc:spChg chg="add del mod ord">
          <ac:chgData name="Guillaume Pech" userId="f08b9316144fa13b" providerId="LiveId" clId="{0FD22F48-4293-4E73-9CD8-97B7AC152C5B}" dt="2026-09-15T12:07:01.139" v="3304" actId="478"/>
          <ac:spMkLst>
            <pc:docMk/>
            <pc:sldMk cId="2816923192" sldId="308"/>
            <ac:spMk id="9" creationId="{07F49B9C-2995-4A29-A398-9DAE5D4186E7}"/>
          </ac:spMkLst>
        </pc:spChg>
        <pc:picChg chg="del">
          <ac:chgData name="Guillaume Pech" userId="f08b9316144fa13b" providerId="LiveId" clId="{0FD22F48-4293-4E73-9CD8-97B7AC152C5B}" dt="2026-09-15T12:06:57.474" v="3302" actId="478"/>
          <ac:picMkLst>
            <pc:docMk/>
            <pc:sldMk cId="2816923192" sldId="308"/>
            <ac:picMk id="3" creationId="{55D4CC3E-2C4F-726F-F79D-148668A8CC54}"/>
          </ac:picMkLst>
        </pc:picChg>
        <pc:picChg chg="add mod modCrop">
          <ac:chgData name="Guillaume Pech" userId="f08b9316144fa13b" providerId="LiveId" clId="{0FD22F48-4293-4E73-9CD8-97B7AC152C5B}" dt="2026-09-16T05:19:22.121" v="3376" actId="1076"/>
          <ac:picMkLst>
            <pc:docMk/>
            <pc:sldMk cId="2816923192" sldId="308"/>
            <ac:picMk id="3" creationId="{8558A15C-1062-E72A-F09A-59688A68C4FC}"/>
          </ac:picMkLst>
        </pc:picChg>
        <pc:picChg chg="add del mod">
          <ac:chgData name="Guillaume Pech" userId="f08b9316144fa13b" providerId="LiveId" clId="{0FD22F48-4293-4E73-9CD8-97B7AC152C5B}" dt="2026-09-16T05:18:54.334" v="3364" actId="478"/>
          <ac:picMkLst>
            <pc:docMk/>
            <pc:sldMk cId="2816923192" sldId="308"/>
            <ac:picMk id="11" creationId="{56A62833-C8D1-3705-5E84-1B8026B4F7BA}"/>
          </ac:picMkLst>
        </pc:picChg>
      </pc:sldChg>
      <pc:sldChg chg="add del">
        <pc:chgData name="Guillaume Pech" userId="f08b9316144fa13b" providerId="LiveId" clId="{0FD22F48-4293-4E73-9CD8-97B7AC152C5B}" dt="2026-09-16T05:16:01.957" v="3359" actId="47"/>
        <pc:sldMkLst>
          <pc:docMk/>
          <pc:sldMk cId="65681618" sldId="309"/>
        </pc:sldMkLst>
      </pc:sldChg>
      <pc:sldChg chg="addSp delSp modSp add mod">
        <pc:chgData name="Guillaume Pech" userId="f08b9316144fa13b" providerId="LiveId" clId="{0FD22F48-4293-4E73-9CD8-97B7AC152C5B}" dt="2026-09-15T12:11:33.321" v="3356" actId="1076"/>
        <pc:sldMkLst>
          <pc:docMk/>
          <pc:sldMk cId="1285115821" sldId="310"/>
        </pc:sldMkLst>
        <pc:spChg chg="add ord">
          <ac:chgData name="Guillaume Pech" userId="f08b9316144fa13b" providerId="LiveId" clId="{0FD22F48-4293-4E73-9CD8-97B7AC152C5B}" dt="2026-09-15T12:07:47.139" v="3311" actId="167"/>
          <ac:spMkLst>
            <pc:docMk/>
            <pc:sldMk cId="1285115821" sldId="310"/>
            <ac:spMk id="3" creationId="{C18D87C6-F924-F03D-620B-92CF9ADC043A}"/>
          </ac:spMkLst>
        </pc:spChg>
        <pc:spChg chg="add mod">
          <ac:chgData name="Guillaume Pech" userId="f08b9316144fa13b" providerId="LiveId" clId="{0FD22F48-4293-4E73-9CD8-97B7AC152C5B}" dt="2026-09-15T12:11:33.321" v="3356" actId="1076"/>
          <ac:spMkLst>
            <pc:docMk/>
            <pc:sldMk cId="1285115821" sldId="310"/>
            <ac:spMk id="18" creationId="{2FE32B33-F600-DC2F-A3AC-45EB8099D089}"/>
          </ac:spMkLst>
        </pc:spChg>
        <pc:picChg chg="add del mod">
          <ac:chgData name="Guillaume Pech" userId="f08b9316144fa13b" providerId="LiveId" clId="{0FD22F48-4293-4E73-9CD8-97B7AC152C5B}" dt="2026-09-15T12:10:22.425" v="3317" actId="478"/>
          <ac:picMkLst>
            <pc:docMk/>
            <pc:sldMk cId="1285115821" sldId="310"/>
            <ac:picMk id="6" creationId="{751D1145-B89D-7FC7-3E9D-5BBFE84B4D49}"/>
          </ac:picMkLst>
        </pc:picChg>
        <pc:picChg chg="add del mod">
          <ac:chgData name="Guillaume Pech" userId="f08b9316144fa13b" providerId="LiveId" clId="{0FD22F48-4293-4E73-9CD8-97B7AC152C5B}" dt="2026-09-15T12:10:36.776" v="3325" actId="478"/>
          <ac:picMkLst>
            <pc:docMk/>
            <pc:sldMk cId="1285115821" sldId="310"/>
            <ac:picMk id="9" creationId="{6B8BC49C-8500-542D-2A21-5C1EB27BEED9}"/>
          </ac:picMkLst>
        </pc:picChg>
        <pc:picChg chg="del">
          <ac:chgData name="Guillaume Pech" userId="f08b9316144fa13b" providerId="LiveId" clId="{0FD22F48-4293-4E73-9CD8-97B7AC152C5B}" dt="2026-09-15T12:07:48.820" v="3312" actId="478"/>
          <ac:picMkLst>
            <pc:docMk/>
            <pc:sldMk cId="1285115821" sldId="310"/>
            <ac:picMk id="11" creationId="{B6D1F2BC-B64D-C730-8F4B-3C2BFF4AFF25}"/>
          </ac:picMkLst>
        </pc:picChg>
        <pc:picChg chg="add del mod modCrop">
          <ac:chgData name="Guillaume Pech" userId="f08b9316144fa13b" providerId="LiveId" clId="{0FD22F48-4293-4E73-9CD8-97B7AC152C5B}" dt="2026-09-15T12:10:35.233" v="3324" actId="478"/>
          <ac:picMkLst>
            <pc:docMk/>
            <pc:sldMk cId="1285115821" sldId="310"/>
            <ac:picMk id="14" creationId="{70BF4029-9D1A-090B-2590-C8C5D979CBB8}"/>
          </ac:picMkLst>
        </pc:picChg>
        <pc:picChg chg="add mod">
          <ac:chgData name="Guillaume Pech" userId="f08b9316144fa13b" providerId="LiveId" clId="{0FD22F48-4293-4E73-9CD8-97B7AC152C5B}" dt="2026-09-15T12:11:31.226" v="3355" actId="1076"/>
          <ac:picMkLst>
            <pc:docMk/>
            <pc:sldMk cId="1285115821" sldId="310"/>
            <ac:picMk id="16" creationId="{E6A0F3DC-446C-8DAE-33C0-C2BD4656B20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0C281-8FB4-AF62-9D27-6FE1355551D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LID4096"/>
          </a:p>
        </p:txBody>
      </p:sp>
      <p:sp>
        <p:nvSpPr>
          <p:cNvPr id="3" name="Subtitle 2">
            <a:extLst>
              <a:ext uri="{FF2B5EF4-FFF2-40B4-BE49-F238E27FC236}">
                <a16:creationId xmlns:a16="http://schemas.microsoft.com/office/drawing/2014/main" id="{05691AF8-1A0A-E0AE-C272-61CA7F4977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LID4096"/>
          </a:p>
        </p:txBody>
      </p:sp>
      <p:sp>
        <p:nvSpPr>
          <p:cNvPr id="4" name="Date Placeholder 3">
            <a:extLst>
              <a:ext uri="{FF2B5EF4-FFF2-40B4-BE49-F238E27FC236}">
                <a16:creationId xmlns:a16="http://schemas.microsoft.com/office/drawing/2014/main" id="{9E2CEA9C-D64E-036D-37B7-8A2D32670D6E}"/>
              </a:ext>
            </a:extLst>
          </p:cNvPr>
          <p:cNvSpPr>
            <a:spLocks noGrp="1"/>
          </p:cNvSpPr>
          <p:nvPr>
            <p:ph type="dt" sz="half" idx="10"/>
          </p:nvPr>
        </p:nvSpPr>
        <p:spPr/>
        <p:txBody>
          <a:bodyPr/>
          <a:lstStyle/>
          <a:p>
            <a:fld id="{D35AA8C9-9ED2-4DBB-A803-3CDCE1A20D0F}" type="datetimeFigureOut">
              <a:rPr lang="LID4096" smtClean="0"/>
              <a:t>09/16/2026</a:t>
            </a:fld>
            <a:endParaRPr lang="LID4096"/>
          </a:p>
        </p:txBody>
      </p:sp>
      <p:sp>
        <p:nvSpPr>
          <p:cNvPr id="5" name="Footer Placeholder 4">
            <a:extLst>
              <a:ext uri="{FF2B5EF4-FFF2-40B4-BE49-F238E27FC236}">
                <a16:creationId xmlns:a16="http://schemas.microsoft.com/office/drawing/2014/main" id="{DF75EC78-1CAE-F935-8EA8-EFEE8307AFDE}"/>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335D71CF-A84C-6A1E-84A8-175ADEF4A3D6}"/>
              </a:ext>
            </a:extLst>
          </p:cNvPr>
          <p:cNvSpPr>
            <a:spLocks noGrp="1"/>
          </p:cNvSpPr>
          <p:nvPr>
            <p:ph type="sldNum" sz="quarter" idx="12"/>
          </p:nvPr>
        </p:nvSpPr>
        <p:spPr/>
        <p:txBody>
          <a:bodyPr/>
          <a:lstStyle/>
          <a:p>
            <a:fld id="{E64B9C73-57C6-4C3E-B507-D2793E555E09}" type="slidenum">
              <a:rPr lang="LID4096" smtClean="0"/>
              <a:t>‹#›</a:t>
            </a:fld>
            <a:endParaRPr lang="LID4096"/>
          </a:p>
        </p:txBody>
      </p:sp>
    </p:spTree>
    <p:extLst>
      <p:ext uri="{BB962C8B-B14F-4D97-AF65-F5344CB8AC3E}">
        <p14:creationId xmlns:p14="http://schemas.microsoft.com/office/powerpoint/2010/main" val="3359786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C5EE4-249C-A152-55B3-9250493B270C}"/>
              </a:ext>
            </a:extLst>
          </p:cNvPr>
          <p:cNvSpPr>
            <a:spLocks noGrp="1"/>
          </p:cNvSpPr>
          <p:nvPr>
            <p:ph type="title"/>
          </p:nvPr>
        </p:nvSpPr>
        <p:spPr/>
        <p:txBody>
          <a:bodyPr/>
          <a:lstStyle/>
          <a:p>
            <a:r>
              <a:rPr lang="en-GB"/>
              <a:t>Click to edit Master title style</a:t>
            </a:r>
            <a:endParaRPr lang="LID4096"/>
          </a:p>
        </p:txBody>
      </p:sp>
      <p:sp>
        <p:nvSpPr>
          <p:cNvPr id="3" name="Content Placeholder 2">
            <a:extLst>
              <a:ext uri="{FF2B5EF4-FFF2-40B4-BE49-F238E27FC236}">
                <a16:creationId xmlns:a16="http://schemas.microsoft.com/office/drawing/2014/main" id="{673B3F2B-2325-CAEA-0329-55D5E8B4643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5C3A3418-5B99-69AA-4038-3472D101977C}"/>
              </a:ext>
            </a:extLst>
          </p:cNvPr>
          <p:cNvSpPr>
            <a:spLocks noGrp="1"/>
          </p:cNvSpPr>
          <p:nvPr>
            <p:ph type="dt" sz="half" idx="10"/>
          </p:nvPr>
        </p:nvSpPr>
        <p:spPr/>
        <p:txBody>
          <a:bodyPr/>
          <a:lstStyle/>
          <a:p>
            <a:fld id="{D35AA8C9-9ED2-4DBB-A803-3CDCE1A20D0F}" type="datetimeFigureOut">
              <a:rPr lang="LID4096" smtClean="0"/>
              <a:t>09/16/2026</a:t>
            </a:fld>
            <a:endParaRPr lang="LID4096"/>
          </a:p>
        </p:txBody>
      </p:sp>
      <p:sp>
        <p:nvSpPr>
          <p:cNvPr id="5" name="Footer Placeholder 4">
            <a:extLst>
              <a:ext uri="{FF2B5EF4-FFF2-40B4-BE49-F238E27FC236}">
                <a16:creationId xmlns:a16="http://schemas.microsoft.com/office/drawing/2014/main" id="{6CCE230E-B7C1-357C-9ED8-55EA46F3227B}"/>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9E3282C5-5C9E-FAD1-FFC4-CB43634B3E01}"/>
              </a:ext>
            </a:extLst>
          </p:cNvPr>
          <p:cNvSpPr>
            <a:spLocks noGrp="1"/>
          </p:cNvSpPr>
          <p:nvPr>
            <p:ph type="sldNum" sz="quarter" idx="12"/>
          </p:nvPr>
        </p:nvSpPr>
        <p:spPr/>
        <p:txBody>
          <a:bodyPr/>
          <a:lstStyle/>
          <a:p>
            <a:fld id="{E64B9C73-57C6-4C3E-B507-D2793E555E09}" type="slidenum">
              <a:rPr lang="LID4096" smtClean="0"/>
              <a:t>‹#›</a:t>
            </a:fld>
            <a:endParaRPr lang="LID4096"/>
          </a:p>
        </p:txBody>
      </p:sp>
    </p:spTree>
    <p:extLst>
      <p:ext uri="{BB962C8B-B14F-4D97-AF65-F5344CB8AC3E}">
        <p14:creationId xmlns:p14="http://schemas.microsoft.com/office/powerpoint/2010/main" val="3820914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7A06-36F4-3C53-A3A9-6EE598795E3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LID4096"/>
          </a:p>
        </p:txBody>
      </p:sp>
      <p:sp>
        <p:nvSpPr>
          <p:cNvPr id="3" name="Text Placeholder 2">
            <a:extLst>
              <a:ext uri="{FF2B5EF4-FFF2-40B4-BE49-F238E27FC236}">
                <a16:creationId xmlns:a16="http://schemas.microsoft.com/office/drawing/2014/main" id="{9D7ED2F4-E058-6660-CBCA-A3BF1ABC33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9835DA5-725C-D86F-5393-B5C0BB002FA0}"/>
              </a:ext>
            </a:extLst>
          </p:cNvPr>
          <p:cNvSpPr>
            <a:spLocks noGrp="1"/>
          </p:cNvSpPr>
          <p:nvPr>
            <p:ph type="dt" sz="half" idx="10"/>
          </p:nvPr>
        </p:nvSpPr>
        <p:spPr/>
        <p:txBody>
          <a:bodyPr/>
          <a:lstStyle/>
          <a:p>
            <a:fld id="{D35AA8C9-9ED2-4DBB-A803-3CDCE1A20D0F}" type="datetimeFigureOut">
              <a:rPr lang="LID4096" smtClean="0"/>
              <a:t>09/16/2026</a:t>
            </a:fld>
            <a:endParaRPr lang="LID4096"/>
          </a:p>
        </p:txBody>
      </p:sp>
      <p:sp>
        <p:nvSpPr>
          <p:cNvPr id="5" name="Footer Placeholder 4">
            <a:extLst>
              <a:ext uri="{FF2B5EF4-FFF2-40B4-BE49-F238E27FC236}">
                <a16:creationId xmlns:a16="http://schemas.microsoft.com/office/drawing/2014/main" id="{F973813B-AA46-9811-BA47-22CDB3138143}"/>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69439D0-708C-DBE6-EF0F-460A0A117B72}"/>
              </a:ext>
            </a:extLst>
          </p:cNvPr>
          <p:cNvSpPr>
            <a:spLocks noGrp="1"/>
          </p:cNvSpPr>
          <p:nvPr>
            <p:ph type="sldNum" sz="quarter" idx="12"/>
          </p:nvPr>
        </p:nvSpPr>
        <p:spPr/>
        <p:txBody>
          <a:bodyPr/>
          <a:lstStyle/>
          <a:p>
            <a:fld id="{E64B9C73-57C6-4C3E-B507-D2793E555E09}" type="slidenum">
              <a:rPr lang="LID4096" smtClean="0"/>
              <a:t>‹#›</a:t>
            </a:fld>
            <a:endParaRPr lang="LID4096"/>
          </a:p>
        </p:txBody>
      </p:sp>
    </p:spTree>
    <p:extLst>
      <p:ext uri="{BB962C8B-B14F-4D97-AF65-F5344CB8AC3E}">
        <p14:creationId xmlns:p14="http://schemas.microsoft.com/office/powerpoint/2010/main" val="3492475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B10A1-7803-A6A6-55EA-1A06CD67F50E}"/>
              </a:ext>
            </a:extLst>
          </p:cNvPr>
          <p:cNvSpPr>
            <a:spLocks noGrp="1"/>
          </p:cNvSpPr>
          <p:nvPr>
            <p:ph type="title"/>
          </p:nvPr>
        </p:nvSpPr>
        <p:spPr/>
        <p:txBody>
          <a:bodyPr/>
          <a:lstStyle/>
          <a:p>
            <a:r>
              <a:rPr lang="en-GB"/>
              <a:t>Click to edit Master title style</a:t>
            </a:r>
            <a:endParaRPr lang="LID4096"/>
          </a:p>
        </p:txBody>
      </p:sp>
      <p:sp>
        <p:nvSpPr>
          <p:cNvPr id="3" name="Content Placeholder 2">
            <a:extLst>
              <a:ext uri="{FF2B5EF4-FFF2-40B4-BE49-F238E27FC236}">
                <a16:creationId xmlns:a16="http://schemas.microsoft.com/office/drawing/2014/main" id="{C2DE9489-7608-BF9A-451A-0CBAB78019A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Content Placeholder 3">
            <a:extLst>
              <a:ext uri="{FF2B5EF4-FFF2-40B4-BE49-F238E27FC236}">
                <a16:creationId xmlns:a16="http://schemas.microsoft.com/office/drawing/2014/main" id="{C43DC0C4-2C62-761A-2321-F877CCF19C6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5" name="Date Placeholder 4">
            <a:extLst>
              <a:ext uri="{FF2B5EF4-FFF2-40B4-BE49-F238E27FC236}">
                <a16:creationId xmlns:a16="http://schemas.microsoft.com/office/drawing/2014/main" id="{92364B0F-1037-ACAA-CDFE-826E5FECD17C}"/>
              </a:ext>
            </a:extLst>
          </p:cNvPr>
          <p:cNvSpPr>
            <a:spLocks noGrp="1"/>
          </p:cNvSpPr>
          <p:nvPr>
            <p:ph type="dt" sz="half" idx="10"/>
          </p:nvPr>
        </p:nvSpPr>
        <p:spPr/>
        <p:txBody>
          <a:bodyPr/>
          <a:lstStyle/>
          <a:p>
            <a:fld id="{D35AA8C9-9ED2-4DBB-A803-3CDCE1A20D0F}" type="datetimeFigureOut">
              <a:rPr lang="LID4096" smtClean="0"/>
              <a:t>09/16/2026</a:t>
            </a:fld>
            <a:endParaRPr lang="LID4096"/>
          </a:p>
        </p:txBody>
      </p:sp>
      <p:sp>
        <p:nvSpPr>
          <p:cNvPr id="6" name="Footer Placeholder 5">
            <a:extLst>
              <a:ext uri="{FF2B5EF4-FFF2-40B4-BE49-F238E27FC236}">
                <a16:creationId xmlns:a16="http://schemas.microsoft.com/office/drawing/2014/main" id="{1EBEC680-BF36-5FEC-E0EB-401B9D8E193F}"/>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86A1E1B0-471C-8185-88D3-3510130B64E1}"/>
              </a:ext>
            </a:extLst>
          </p:cNvPr>
          <p:cNvSpPr>
            <a:spLocks noGrp="1"/>
          </p:cNvSpPr>
          <p:nvPr>
            <p:ph type="sldNum" sz="quarter" idx="12"/>
          </p:nvPr>
        </p:nvSpPr>
        <p:spPr/>
        <p:txBody>
          <a:bodyPr/>
          <a:lstStyle/>
          <a:p>
            <a:fld id="{E64B9C73-57C6-4C3E-B507-D2793E555E09}" type="slidenum">
              <a:rPr lang="LID4096" smtClean="0"/>
              <a:t>‹#›</a:t>
            </a:fld>
            <a:endParaRPr lang="LID4096"/>
          </a:p>
        </p:txBody>
      </p:sp>
    </p:spTree>
    <p:extLst>
      <p:ext uri="{BB962C8B-B14F-4D97-AF65-F5344CB8AC3E}">
        <p14:creationId xmlns:p14="http://schemas.microsoft.com/office/powerpoint/2010/main" val="3929669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D856-D6C7-B247-0FB5-27DE191CFFD5}"/>
              </a:ext>
            </a:extLst>
          </p:cNvPr>
          <p:cNvSpPr>
            <a:spLocks noGrp="1"/>
          </p:cNvSpPr>
          <p:nvPr>
            <p:ph type="title"/>
          </p:nvPr>
        </p:nvSpPr>
        <p:spPr>
          <a:xfrm>
            <a:off x="839788" y="365125"/>
            <a:ext cx="10515600" cy="1325563"/>
          </a:xfrm>
        </p:spPr>
        <p:txBody>
          <a:bodyPr/>
          <a:lstStyle/>
          <a:p>
            <a:r>
              <a:rPr lang="en-GB"/>
              <a:t>Click to edit Master title style</a:t>
            </a:r>
            <a:endParaRPr lang="LID4096"/>
          </a:p>
        </p:txBody>
      </p:sp>
      <p:sp>
        <p:nvSpPr>
          <p:cNvPr id="3" name="Text Placeholder 2">
            <a:extLst>
              <a:ext uri="{FF2B5EF4-FFF2-40B4-BE49-F238E27FC236}">
                <a16:creationId xmlns:a16="http://schemas.microsoft.com/office/drawing/2014/main" id="{C65148AF-84F1-D03A-FA05-D3946CD14B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9793689-41B5-6B00-01EB-0D4B96BD422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5" name="Text Placeholder 4">
            <a:extLst>
              <a:ext uri="{FF2B5EF4-FFF2-40B4-BE49-F238E27FC236}">
                <a16:creationId xmlns:a16="http://schemas.microsoft.com/office/drawing/2014/main" id="{17CB7B6A-11FC-AC2E-FCEF-7AB8171619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F058D21-3812-8363-804F-E531DCC3BE5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7" name="Date Placeholder 6">
            <a:extLst>
              <a:ext uri="{FF2B5EF4-FFF2-40B4-BE49-F238E27FC236}">
                <a16:creationId xmlns:a16="http://schemas.microsoft.com/office/drawing/2014/main" id="{7CB456AD-3D4A-E7E0-51D3-90E114FA6821}"/>
              </a:ext>
            </a:extLst>
          </p:cNvPr>
          <p:cNvSpPr>
            <a:spLocks noGrp="1"/>
          </p:cNvSpPr>
          <p:nvPr>
            <p:ph type="dt" sz="half" idx="10"/>
          </p:nvPr>
        </p:nvSpPr>
        <p:spPr/>
        <p:txBody>
          <a:bodyPr/>
          <a:lstStyle/>
          <a:p>
            <a:fld id="{D35AA8C9-9ED2-4DBB-A803-3CDCE1A20D0F}" type="datetimeFigureOut">
              <a:rPr lang="LID4096" smtClean="0"/>
              <a:t>09/16/2026</a:t>
            </a:fld>
            <a:endParaRPr lang="LID4096"/>
          </a:p>
        </p:txBody>
      </p:sp>
      <p:sp>
        <p:nvSpPr>
          <p:cNvPr id="8" name="Footer Placeholder 7">
            <a:extLst>
              <a:ext uri="{FF2B5EF4-FFF2-40B4-BE49-F238E27FC236}">
                <a16:creationId xmlns:a16="http://schemas.microsoft.com/office/drawing/2014/main" id="{7A88F3D4-C0D1-357F-D4F6-10BA941141CB}"/>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C64552B3-E7CD-26E1-EDC6-88B799659502}"/>
              </a:ext>
            </a:extLst>
          </p:cNvPr>
          <p:cNvSpPr>
            <a:spLocks noGrp="1"/>
          </p:cNvSpPr>
          <p:nvPr>
            <p:ph type="sldNum" sz="quarter" idx="12"/>
          </p:nvPr>
        </p:nvSpPr>
        <p:spPr/>
        <p:txBody>
          <a:bodyPr/>
          <a:lstStyle/>
          <a:p>
            <a:fld id="{E64B9C73-57C6-4C3E-B507-D2793E555E09}" type="slidenum">
              <a:rPr lang="LID4096" smtClean="0"/>
              <a:t>‹#›</a:t>
            </a:fld>
            <a:endParaRPr lang="LID4096"/>
          </a:p>
        </p:txBody>
      </p:sp>
    </p:spTree>
    <p:extLst>
      <p:ext uri="{BB962C8B-B14F-4D97-AF65-F5344CB8AC3E}">
        <p14:creationId xmlns:p14="http://schemas.microsoft.com/office/powerpoint/2010/main" val="920669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FE604-B311-8F05-8ECA-EB1560B95AF5}"/>
              </a:ext>
            </a:extLst>
          </p:cNvPr>
          <p:cNvSpPr>
            <a:spLocks noGrp="1"/>
          </p:cNvSpPr>
          <p:nvPr>
            <p:ph type="title"/>
          </p:nvPr>
        </p:nvSpPr>
        <p:spPr/>
        <p:txBody>
          <a:bodyPr/>
          <a:lstStyle/>
          <a:p>
            <a:r>
              <a:rPr lang="en-GB"/>
              <a:t>Click to edit Master title style</a:t>
            </a:r>
            <a:endParaRPr lang="LID4096"/>
          </a:p>
        </p:txBody>
      </p:sp>
      <p:sp>
        <p:nvSpPr>
          <p:cNvPr id="3" name="Date Placeholder 2">
            <a:extLst>
              <a:ext uri="{FF2B5EF4-FFF2-40B4-BE49-F238E27FC236}">
                <a16:creationId xmlns:a16="http://schemas.microsoft.com/office/drawing/2014/main" id="{BD80B138-EF57-CE43-7559-8C4AE390BF38}"/>
              </a:ext>
            </a:extLst>
          </p:cNvPr>
          <p:cNvSpPr>
            <a:spLocks noGrp="1"/>
          </p:cNvSpPr>
          <p:nvPr>
            <p:ph type="dt" sz="half" idx="10"/>
          </p:nvPr>
        </p:nvSpPr>
        <p:spPr/>
        <p:txBody>
          <a:bodyPr/>
          <a:lstStyle/>
          <a:p>
            <a:fld id="{D35AA8C9-9ED2-4DBB-A803-3CDCE1A20D0F}" type="datetimeFigureOut">
              <a:rPr lang="LID4096" smtClean="0"/>
              <a:t>09/16/2026</a:t>
            </a:fld>
            <a:endParaRPr lang="LID4096"/>
          </a:p>
        </p:txBody>
      </p:sp>
      <p:sp>
        <p:nvSpPr>
          <p:cNvPr id="4" name="Footer Placeholder 3">
            <a:extLst>
              <a:ext uri="{FF2B5EF4-FFF2-40B4-BE49-F238E27FC236}">
                <a16:creationId xmlns:a16="http://schemas.microsoft.com/office/drawing/2014/main" id="{93B6AE13-B876-68E1-C65B-5EEA38EA5775}"/>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F6E8EC42-0D57-CAF3-1796-4787BF6C24F0}"/>
              </a:ext>
            </a:extLst>
          </p:cNvPr>
          <p:cNvSpPr>
            <a:spLocks noGrp="1"/>
          </p:cNvSpPr>
          <p:nvPr>
            <p:ph type="sldNum" sz="quarter" idx="12"/>
          </p:nvPr>
        </p:nvSpPr>
        <p:spPr/>
        <p:txBody>
          <a:bodyPr/>
          <a:lstStyle/>
          <a:p>
            <a:fld id="{E64B9C73-57C6-4C3E-B507-D2793E555E09}" type="slidenum">
              <a:rPr lang="LID4096" smtClean="0"/>
              <a:t>‹#›</a:t>
            </a:fld>
            <a:endParaRPr lang="LID4096"/>
          </a:p>
        </p:txBody>
      </p:sp>
    </p:spTree>
    <p:extLst>
      <p:ext uri="{BB962C8B-B14F-4D97-AF65-F5344CB8AC3E}">
        <p14:creationId xmlns:p14="http://schemas.microsoft.com/office/powerpoint/2010/main" val="1994501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3AFAA7-D9E4-DA08-BF6C-1045B07D469F}"/>
              </a:ext>
            </a:extLst>
          </p:cNvPr>
          <p:cNvSpPr>
            <a:spLocks noGrp="1"/>
          </p:cNvSpPr>
          <p:nvPr>
            <p:ph type="dt" sz="half" idx="10"/>
          </p:nvPr>
        </p:nvSpPr>
        <p:spPr/>
        <p:txBody>
          <a:bodyPr/>
          <a:lstStyle/>
          <a:p>
            <a:fld id="{D35AA8C9-9ED2-4DBB-A803-3CDCE1A20D0F}" type="datetimeFigureOut">
              <a:rPr lang="LID4096" smtClean="0"/>
              <a:t>09/16/2026</a:t>
            </a:fld>
            <a:endParaRPr lang="LID4096"/>
          </a:p>
        </p:txBody>
      </p:sp>
      <p:sp>
        <p:nvSpPr>
          <p:cNvPr id="3" name="Footer Placeholder 2">
            <a:extLst>
              <a:ext uri="{FF2B5EF4-FFF2-40B4-BE49-F238E27FC236}">
                <a16:creationId xmlns:a16="http://schemas.microsoft.com/office/drawing/2014/main" id="{BD669C1C-2C0E-D09F-5458-5887FF2929DA}"/>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7A62C2C1-B774-3BF9-A179-4126EF8086B9}"/>
              </a:ext>
            </a:extLst>
          </p:cNvPr>
          <p:cNvSpPr>
            <a:spLocks noGrp="1"/>
          </p:cNvSpPr>
          <p:nvPr>
            <p:ph type="sldNum" sz="quarter" idx="12"/>
          </p:nvPr>
        </p:nvSpPr>
        <p:spPr/>
        <p:txBody>
          <a:bodyPr/>
          <a:lstStyle/>
          <a:p>
            <a:fld id="{E64B9C73-57C6-4C3E-B507-D2793E555E09}" type="slidenum">
              <a:rPr lang="LID4096" smtClean="0"/>
              <a:t>‹#›</a:t>
            </a:fld>
            <a:endParaRPr lang="LID4096"/>
          </a:p>
        </p:txBody>
      </p:sp>
    </p:spTree>
    <p:extLst>
      <p:ext uri="{BB962C8B-B14F-4D97-AF65-F5344CB8AC3E}">
        <p14:creationId xmlns:p14="http://schemas.microsoft.com/office/powerpoint/2010/main" val="1280949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6CF1A-61C3-3580-8CD8-03748008D28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LID4096"/>
          </a:p>
        </p:txBody>
      </p:sp>
      <p:sp>
        <p:nvSpPr>
          <p:cNvPr id="3" name="Content Placeholder 2">
            <a:extLst>
              <a:ext uri="{FF2B5EF4-FFF2-40B4-BE49-F238E27FC236}">
                <a16:creationId xmlns:a16="http://schemas.microsoft.com/office/drawing/2014/main" id="{820600EC-A2CA-EB6E-B75C-DCB57E3C79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Text Placeholder 3">
            <a:extLst>
              <a:ext uri="{FF2B5EF4-FFF2-40B4-BE49-F238E27FC236}">
                <a16:creationId xmlns:a16="http://schemas.microsoft.com/office/drawing/2014/main" id="{06FEA5CE-3E0D-2983-5911-5B0B1E35C7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DE2C223-C41E-B3CC-AEE6-187385AB35FE}"/>
              </a:ext>
            </a:extLst>
          </p:cNvPr>
          <p:cNvSpPr>
            <a:spLocks noGrp="1"/>
          </p:cNvSpPr>
          <p:nvPr>
            <p:ph type="dt" sz="half" idx="10"/>
          </p:nvPr>
        </p:nvSpPr>
        <p:spPr/>
        <p:txBody>
          <a:bodyPr/>
          <a:lstStyle/>
          <a:p>
            <a:fld id="{D35AA8C9-9ED2-4DBB-A803-3CDCE1A20D0F}" type="datetimeFigureOut">
              <a:rPr lang="LID4096" smtClean="0"/>
              <a:t>09/16/2026</a:t>
            </a:fld>
            <a:endParaRPr lang="LID4096"/>
          </a:p>
        </p:txBody>
      </p:sp>
      <p:sp>
        <p:nvSpPr>
          <p:cNvPr id="6" name="Footer Placeholder 5">
            <a:extLst>
              <a:ext uri="{FF2B5EF4-FFF2-40B4-BE49-F238E27FC236}">
                <a16:creationId xmlns:a16="http://schemas.microsoft.com/office/drawing/2014/main" id="{8A7150D7-16E0-0EF6-42A0-7E520CE60BC9}"/>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BFA0D58C-EA01-5C44-B45C-C9BEE8A6262E}"/>
              </a:ext>
            </a:extLst>
          </p:cNvPr>
          <p:cNvSpPr>
            <a:spLocks noGrp="1"/>
          </p:cNvSpPr>
          <p:nvPr>
            <p:ph type="sldNum" sz="quarter" idx="12"/>
          </p:nvPr>
        </p:nvSpPr>
        <p:spPr/>
        <p:txBody>
          <a:bodyPr/>
          <a:lstStyle/>
          <a:p>
            <a:fld id="{E64B9C73-57C6-4C3E-B507-D2793E555E09}" type="slidenum">
              <a:rPr lang="LID4096" smtClean="0"/>
              <a:t>‹#›</a:t>
            </a:fld>
            <a:endParaRPr lang="LID4096"/>
          </a:p>
        </p:txBody>
      </p:sp>
    </p:spTree>
    <p:extLst>
      <p:ext uri="{BB962C8B-B14F-4D97-AF65-F5344CB8AC3E}">
        <p14:creationId xmlns:p14="http://schemas.microsoft.com/office/powerpoint/2010/main" val="2242816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E3B29-C4A0-5686-AC29-E67ADC5FFBA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LID4096"/>
          </a:p>
        </p:txBody>
      </p:sp>
      <p:sp>
        <p:nvSpPr>
          <p:cNvPr id="3" name="Picture Placeholder 2">
            <a:extLst>
              <a:ext uri="{FF2B5EF4-FFF2-40B4-BE49-F238E27FC236}">
                <a16:creationId xmlns:a16="http://schemas.microsoft.com/office/drawing/2014/main" id="{389DE489-0611-E257-9EE2-F1583CA9E1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D2BCDABF-8CFF-ED32-718C-E13728E840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052A152-5D93-6BA0-9A76-972A6BA349B1}"/>
              </a:ext>
            </a:extLst>
          </p:cNvPr>
          <p:cNvSpPr>
            <a:spLocks noGrp="1"/>
          </p:cNvSpPr>
          <p:nvPr>
            <p:ph type="dt" sz="half" idx="10"/>
          </p:nvPr>
        </p:nvSpPr>
        <p:spPr/>
        <p:txBody>
          <a:bodyPr/>
          <a:lstStyle/>
          <a:p>
            <a:fld id="{D35AA8C9-9ED2-4DBB-A803-3CDCE1A20D0F}" type="datetimeFigureOut">
              <a:rPr lang="LID4096" smtClean="0"/>
              <a:t>09/16/2026</a:t>
            </a:fld>
            <a:endParaRPr lang="LID4096"/>
          </a:p>
        </p:txBody>
      </p:sp>
      <p:sp>
        <p:nvSpPr>
          <p:cNvPr id="6" name="Footer Placeholder 5">
            <a:extLst>
              <a:ext uri="{FF2B5EF4-FFF2-40B4-BE49-F238E27FC236}">
                <a16:creationId xmlns:a16="http://schemas.microsoft.com/office/drawing/2014/main" id="{F70435AB-9398-0564-1865-4DB2C0973221}"/>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28F5F39C-1628-479F-D787-E47153A53F09}"/>
              </a:ext>
            </a:extLst>
          </p:cNvPr>
          <p:cNvSpPr>
            <a:spLocks noGrp="1"/>
          </p:cNvSpPr>
          <p:nvPr>
            <p:ph type="sldNum" sz="quarter" idx="12"/>
          </p:nvPr>
        </p:nvSpPr>
        <p:spPr/>
        <p:txBody>
          <a:bodyPr/>
          <a:lstStyle/>
          <a:p>
            <a:fld id="{E64B9C73-57C6-4C3E-B507-D2793E555E09}" type="slidenum">
              <a:rPr lang="LID4096" smtClean="0"/>
              <a:t>‹#›</a:t>
            </a:fld>
            <a:endParaRPr lang="LID4096"/>
          </a:p>
        </p:txBody>
      </p:sp>
    </p:spTree>
    <p:extLst>
      <p:ext uri="{BB962C8B-B14F-4D97-AF65-F5344CB8AC3E}">
        <p14:creationId xmlns:p14="http://schemas.microsoft.com/office/powerpoint/2010/main" val="180397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5870-66C6-079A-4D89-B6A68193A6B5}"/>
              </a:ext>
            </a:extLst>
          </p:cNvPr>
          <p:cNvSpPr>
            <a:spLocks noGrp="1"/>
          </p:cNvSpPr>
          <p:nvPr>
            <p:ph type="title"/>
          </p:nvPr>
        </p:nvSpPr>
        <p:spPr/>
        <p:txBody>
          <a:bodyPr/>
          <a:lstStyle/>
          <a:p>
            <a:r>
              <a:rPr lang="en-GB"/>
              <a:t>Click to edit Master title style</a:t>
            </a:r>
            <a:endParaRPr lang="LID4096"/>
          </a:p>
        </p:txBody>
      </p:sp>
      <p:sp>
        <p:nvSpPr>
          <p:cNvPr id="3" name="Vertical Text Placeholder 2">
            <a:extLst>
              <a:ext uri="{FF2B5EF4-FFF2-40B4-BE49-F238E27FC236}">
                <a16:creationId xmlns:a16="http://schemas.microsoft.com/office/drawing/2014/main" id="{0C81B8C3-F002-C7F2-A142-09E6D13F41B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C14FED8C-D863-9234-BFCB-9ACA6505E83B}"/>
              </a:ext>
            </a:extLst>
          </p:cNvPr>
          <p:cNvSpPr>
            <a:spLocks noGrp="1"/>
          </p:cNvSpPr>
          <p:nvPr>
            <p:ph type="dt" sz="half" idx="10"/>
          </p:nvPr>
        </p:nvSpPr>
        <p:spPr/>
        <p:txBody>
          <a:bodyPr/>
          <a:lstStyle/>
          <a:p>
            <a:fld id="{D35AA8C9-9ED2-4DBB-A803-3CDCE1A20D0F}" type="datetimeFigureOut">
              <a:rPr lang="LID4096" smtClean="0"/>
              <a:t>09/16/2026</a:t>
            </a:fld>
            <a:endParaRPr lang="LID4096"/>
          </a:p>
        </p:txBody>
      </p:sp>
      <p:sp>
        <p:nvSpPr>
          <p:cNvPr id="5" name="Footer Placeholder 4">
            <a:extLst>
              <a:ext uri="{FF2B5EF4-FFF2-40B4-BE49-F238E27FC236}">
                <a16:creationId xmlns:a16="http://schemas.microsoft.com/office/drawing/2014/main" id="{38E70755-FC00-F58D-723E-36B65A830F1D}"/>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5D58058-DEE1-1609-D105-87023649E98F}"/>
              </a:ext>
            </a:extLst>
          </p:cNvPr>
          <p:cNvSpPr>
            <a:spLocks noGrp="1"/>
          </p:cNvSpPr>
          <p:nvPr>
            <p:ph type="sldNum" sz="quarter" idx="12"/>
          </p:nvPr>
        </p:nvSpPr>
        <p:spPr/>
        <p:txBody>
          <a:bodyPr/>
          <a:lstStyle/>
          <a:p>
            <a:fld id="{E64B9C73-57C6-4C3E-B507-D2793E555E09}" type="slidenum">
              <a:rPr lang="LID4096" smtClean="0"/>
              <a:t>‹#›</a:t>
            </a:fld>
            <a:endParaRPr lang="LID4096"/>
          </a:p>
        </p:txBody>
      </p:sp>
    </p:spTree>
    <p:extLst>
      <p:ext uri="{BB962C8B-B14F-4D97-AF65-F5344CB8AC3E}">
        <p14:creationId xmlns:p14="http://schemas.microsoft.com/office/powerpoint/2010/main" val="1923519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E2CAA8-D997-0B60-7257-DA02BBF7619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LID4096"/>
          </a:p>
        </p:txBody>
      </p:sp>
      <p:sp>
        <p:nvSpPr>
          <p:cNvPr id="3" name="Vertical Text Placeholder 2">
            <a:extLst>
              <a:ext uri="{FF2B5EF4-FFF2-40B4-BE49-F238E27FC236}">
                <a16:creationId xmlns:a16="http://schemas.microsoft.com/office/drawing/2014/main" id="{4F4031EB-5A58-E589-E056-497A79A52D8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CE6616E9-1D6F-B5CC-3756-4AA5E380437F}"/>
              </a:ext>
            </a:extLst>
          </p:cNvPr>
          <p:cNvSpPr>
            <a:spLocks noGrp="1"/>
          </p:cNvSpPr>
          <p:nvPr>
            <p:ph type="dt" sz="half" idx="10"/>
          </p:nvPr>
        </p:nvSpPr>
        <p:spPr/>
        <p:txBody>
          <a:bodyPr/>
          <a:lstStyle/>
          <a:p>
            <a:fld id="{D35AA8C9-9ED2-4DBB-A803-3CDCE1A20D0F}" type="datetimeFigureOut">
              <a:rPr lang="LID4096" smtClean="0"/>
              <a:t>09/16/2026</a:t>
            </a:fld>
            <a:endParaRPr lang="LID4096"/>
          </a:p>
        </p:txBody>
      </p:sp>
      <p:sp>
        <p:nvSpPr>
          <p:cNvPr id="5" name="Footer Placeholder 4">
            <a:extLst>
              <a:ext uri="{FF2B5EF4-FFF2-40B4-BE49-F238E27FC236}">
                <a16:creationId xmlns:a16="http://schemas.microsoft.com/office/drawing/2014/main" id="{1E398B93-63AD-6C76-F176-6651D2BE576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4B807D76-EDD8-0D15-01ED-66F586EE3B0E}"/>
              </a:ext>
            </a:extLst>
          </p:cNvPr>
          <p:cNvSpPr>
            <a:spLocks noGrp="1"/>
          </p:cNvSpPr>
          <p:nvPr>
            <p:ph type="sldNum" sz="quarter" idx="12"/>
          </p:nvPr>
        </p:nvSpPr>
        <p:spPr/>
        <p:txBody>
          <a:bodyPr/>
          <a:lstStyle/>
          <a:p>
            <a:fld id="{E64B9C73-57C6-4C3E-B507-D2793E555E09}" type="slidenum">
              <a:rPr lang="LID4096" smtClean="0"/>
              <a:t>‹#›</a:t>
            </a:fld>
            <a:endParaRPr lang="LID4096"/>
          </a:p>
        </p:txBody>
      </p:sp>
    </p:spTree>
    <p:extLst>
      <p:ext uri="{BB962C8B-B14F-4D97-AF65-F5344CB8AC3E}">
        <p14:creationId xmlns:p14="http://schemas.microsoft.com/office/powerpoint/2010/main" val="2484133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EC3568-11B6-B664-FBD0-BDCC183DF6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LID4096"/>
          </a:p>
        </p:txBody>
      </p:sp>
      <p:sp>
        <p:nvSpPr>
          <p:cNvPr id="3" name="Text Placeholder 2">
            <a:extLst>
              <a:ext uri="{FF2B5EF4-FFF2-40B4-BE49-F238E27FC236}">
                <a16:creationId xmlns:a16="http://schemas.microsoft.com/office/drawing/2014/main" id="{3DF5593A-42B8-BFC8-85E8-C667041485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FEEF883E-9F0C-DBDD-E7FC-A39A538470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5AA8C9-9ED2-4DBB-A803-3CDCE1A20D0F}" type="datetimeFigureOut">
              <a:rPr lang="LID4096" smtClean="0"/>
              <a:t>09/16/2026</a:t>
            </a:fld>
            <a:endParaRPr lang="LID4096"/>
          </a:p>
        </p:txBody>
      </p:sp>
      <p:sp>
        <p:nvSpPr>
          <p:cNvPr id="5" name="Footer Placeholder 4">
            <a:extLst>
              <a:ext uri="{FF2B5EF4-FFF2-40B4-BE49-F238E27FC236}">
                <a16:creationId xmlns:a16="http://schemas.microsoft.com/office/drawing/2014/main" id="{0A8AECE7-5DCF-4897-6939-1E18838B98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F8A56076-0B00-E8B5-558C-069817C9A2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4B9C73-57C6-4C3E-B507-D2793E555E09}" type="slidenum">
              <a:rPr lang="LID4096" smtClean="0"/>
              <a:t>‹#›</a:t>
            </a:fld>
            <a:endParaRPr lang="LID4096"/>
          </a:p>
        </p:txBody>
      </p:sp>
    </p:spTree>
    <p:extLst>
      <p:ext uri="{BB962C8B-B14F-4D97-AF65-F5344CB8AC3E}">
        <p14:creationId xmlns:p14="http://schemas.microsoft.com/office/powerpoint/2010/main" val="4255652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C8EEB0F-BA72-49AC-956F-331B60FDE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5" name="Picture 4" descr="A picture of an electromagnetic radiation">
            <a:extLst>
              <a:ext uri="{FF2B5EF4-FFF2-40B4-BE49-F238E27FC236}">
                <a16:creationId xmlns:a16="http://schemas.microsoft.com/office/drawing/2014/main" id="{ACB20E46-A8F4-A0E0-DDBC-B45339C6B90D}"/>
              </a:ext>
            </a:extLst>
          </p:cNvPr>
          <p:cNvPicPr>
            <a:picLocks noChangeAspect="1"/>
          </p:cNvPicPr>
          <p:nvPr/>
        </p:nvPicPr>
        <p:blipFill>
          <a:blip r:embed="rId2"/>
          <a:srcRect t="9717" r="-1" b="6325"/>
          <a:stretch>
            <a:fillRect/>
          </a:stretch>
        </p:blipFill>
        <p:spPr>
          <a:xfrm>
            <a:off x="-1219" y="-4"/>
            <a:ext cx="12191695" cy="6858000"/>
          </a:xfrm>
          <a:prstGeom prst="rect">
            <a:avLst/>
          </a:prstGeom>
        </p:spPr>
      </p:pic>
      <p:sp>
        <p:nvSpPr>
          <p:cNvPr id="27" name="Freeform: Shape 21">
            <a:extLst>
              <a:ext uri="{FF2B5EF4-FFF2-40B4-BE49-F238E27FC236}">
                <a16:creationId xmlns:a16="http://schemas.microsoft.com/office/drawing/2014/main" id="{8CC700D5-9809-43F4-89D5-7DBBCB0DC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81377" y="1386250"/>
            <a:ext cx="4598786" cy="411340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C7163242-6303-46DC-BAC1-2A204F061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9573" y="1494845"/>
            <a:ext cx="4354593" cy="3861126"/>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prstClr val="white"/>
              </a:solidFill>
              <a:latin typeface="Meiryo"/>
            </a:endParaRPr>
          </a:p>
        </p:txBody>
      </p:sp>
      <p:sp>
        <p:nvSpPr>
          <p:cNvPr id="26" name="Freeform: Shape 25">
            <a:extLst>
              <a:ext uri="{FF2B5EF4-FFF2-40B4-BE49-F238E27FC236}">
                <a16:creationId xmlns:a16="http://schemas.microsoft.com/office/drawing/2014/main" id="{805C4C40-D70E-4C4F-B228-98A0A6132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300000" flipH="1">
            <a:off x="987224" y="1122042"/>
            <a:ext cx="4908132" cy="461391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DA3FA5E-BCFC-B3C7-A370-3F1481EE4210}"/>
              </a:ext>
            </a:extLst>
          </p:cNvPr>
          <p:cNvSpPr>
            <a:spLocks noGrp="1"/>
          </p:cNvSpPr>
          <p:nvPr>
            <p:ph type="title"/>
          </p:nvPr>
        </p:nvSpPr>
        <p:spPr>
          <a:xfrm>
            <a:off x="1463050" y="2691321"/>
            <a:ext cx="3555692" cy="1194879"/>
          </a:xfrm>
        </p:spPr>
        <p:txBody>
          <a:bodyPr vert="horz" lIns="91440" tIns="45720" rIns="91440" bIns="45720" rtlCol="0" anchor="b">
            <a:normAutofit/>
          </a:bodyPr>
          <a:lstStyle/>
          <a:p>
            <a:pPr algn="ctr"/>
            <a:r>
              <a:rPr lang="en-US" sz="4000" kern="1200" dirty="0">
                <a:solidFill>
                  <a:schemeClr val="tx1">
                    <a:lumMod val="75000"/>
                    <a:lumOff val="25000"/>
                  </a:schemeClr>
                </a:solidFill>
                <a:latin typeface="+mj-lt"/>
                <a:ea typeface="+mj-ea"/>
                <a:cs typeface="+mj-cs"/>
              </a:rPr>
              <a:t>2-day Workshop EEG</a:t>
            </a:r>
          </a:p>
        </p:txBody>
      </p:sp>
      <p:grpSp>
        <p:nvGrpSpPr>
          <p:cNvPr id="28" name="Group 27">
            <a:extLst>
              <a:ext uri="{FF2B5EF4-FFF2-40B4-BE49-F238E27FC236}">
                <a16:creationId xmlns:a16="http://schemas.microsoft.com/office/drawing/2014/main" id="{06536C0D-2219-44F1-94EC-B9A56501DB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6303" y="1122043"/>
            <a:ext cx="4908132" cy="4613915"/>
            <a:chOff x="6516303" y="1122043"/>
            <a:chExt cx="4908132" cy="4613915"/>
          </a:xfrm>
        </p:grpSpPr>
        <p:sp>
          <p:nvSpPr>
            <p:cNvPr id="29" name="Freeform: Shape 28">
              <a:extLst>
                <a:ext uri="{FF2B5EF4-FFF2-40B4-BE49-F238E27FC236}">
                  <a16:creationId xmlns:a16="http://schemas.microsoft.com/office/drawing/2014/main" id="{9DF0CCBF-D7FD-451C-92EB-84C362B690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710901" y="1264257"/>
              <a:ext cx="4534335" cy="423539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2B1B8EEB-4E8B-43EC-AB8F-F7E2CD968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300000">
              <a:off x="6516303" y="1122043"/>
              <a:ext cx="4908132" cy="461391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6" name="Picture 5">
            <a:extLst>
              <a:ext uri="{FF2B5EF4-FFF2-40B4-BE49-F238E27FC236}">
                <a16:creationId xmlns:a16="http://schemas.microsoft.com/office/drawing/2014/main" id="{7BBC5640-2A59-8ABA-9AAF-85873D3A153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00" b="99500" l="1200" r="95900">
                        <a14:foregroundMark x1="43400" y1="27900" x2="62600" y2="39800"/>
                        <a14:foregroundMark x1="66100" y1="17200" x2="26400" y2="16600"/>
                        <a14:foregroundMark x1="26400" y1="16600" x2="15800" y2="30400"/>
                        <a14:foregroundMark x1="15800" y1="30400" x2="15100" y2="55100"/>
                        <a14:foregroundMark x1="15100" y1="55100" x2="23700" y2="78100"/>
                        <a14:foregroundMark x1="23700" y1="78100" x2="42000" y2="90800"/>
                        <a14:foregroundMark x1="42000" y1="90800" x2="73000" y2="80700"/>
                        <a14:foregroundMark x1="73000" y1="80700" x2="88900" y2="60700"/>
                        <a14:foregroundMark x1="88900" y1="60700" x2="88300" y2="36900"/>
                        <a14:foregroundMark x1="88300" y1="36900" x2="64200" y2="19700"/>
                        <a14:foregroundMark x1="64200" y1="19700" x2="49700" y2="15700"/>
                        <a14:foregroundMark x1="58000" y1="23100" x2="70300" y2="50900"/>
                        <a14:foregroundMark x1="70300" y1="50900" x2="77400" y2="42000"/>
                        <a14:foregroundMark x1="55600" y1="4700" x2="47300" y2="6200"/>
                        <a14:foregroundMark x1="47000" y1="900" x2="52500" y2="2100"/>
                        <a14:foregroundMark x1="8600" y1="27000" x2="7200" y2="60400"/>
                        <a14:foregroundMark x1="7200" y1="60400" x2="19400" y2="45700"/>
                        <a14:foregroundMark x1="19400" y1="45700" x2="35900" y2="65200"/>
                        <a14:foregroundMark x1="35900" y1="65200" x2="45000" y2="68100"/>
                        <a14:foregroundMark x1="45000" y1="68100" x2="46400" y2="88700"/>
                        <a14:foregroundMark x1="46400" y1="88700" x2="63600" y2="93400"/>
                        <a14:foregroundMark x1="63600" y1="93400" x2="85100" y2="77100"/>
                        <a14:foregroundMark x1="85100" y1="77100" x2="92300" y2="63200"/>
                        <a14:foregroundMark x1="92300" y1="63200" x2="92700" y2="43100"/>
                        <a14:foregroundMark x1="92700" y1="43100" x2="87200" y2="28700"/>
                        <a14:foregroundMark x1="87200" y1="28700" x2="83100" y2="23800"/>
                        <a14:foregroundMark x1="5900" y1="33100" x2="6000" y2="67000"/>
                        <a14:foregroundMark x1="6000" y1="67000" x2="7200" y2="70400"/>
                        <a14:foregroundMark x1="1200" y1="41800" x2="2100" y2="59400"/>
                        <a14:foregroundMark x1="10500" y1="40600" x2="25900" y2="38200"/>
                        <a14:foregroundMark x1="25900" y1="38200" x2="56700" y2="42600"/>
                        <a14:foregroundMark x1="56700" y1="42600" x2="44000" y2="56100"/>
                        <a14:foregroundMark x1="44000" y1="56100" x2="16100" y2="53300"/>
                        <a14:foregroundMark x1="16100" y1="53300" x2="9900" y2="43600"/>
                        <a14:foregroundMark x1="9900" y1="43600" x2="14300" y2="39900"/>
                        <a14:foregroundMark x1="36800" y1="37900" x2="24000" y2="40000"/>
                        <a14:foregroundMark x1="24000" y1="40000" x2="23700" y2="49000"/>
                        <a14:foregroundMark x1="23700" y1="49000" x2="58500" y2="47900"/>
                        <a14:foregroundMark x1="58500" y1="47900" x2="47500" y2="38900"/>
                        <a14:foregroundMark x1="47500" y1="38900" x2="29300" y2="40100"/>
                        <a14:foregroundMark x1="29300" y1="40100" x2="27000" y2="42000"/>
                        <a14:foregroundMark x1="22400" y1="41700" x2="24600" y2="48000"/>
                        <a14:foregroundMark x1="24800" y1="47700" x2="24300" y2="44900"/>
                        <a14:foregroundMark x1="30100" y1="37200" x2="20000" y2="50100"/>
                        <a14:foregroundMark x1="25600" y1="39400" x2="19300" y2="48400"/>
                        <a14:foregroundMark x1="42800" y1="34800" x2="31100" y2="49800"/>
                        <a14:foregroundMark x1="53000" y1="38000" x2="45600" y2="51800"/>
                        <a14:foregroundMark x1="54700" y1="38700" x2="41500" y2="49800"/>
                        <a14:foregroundMark x1="48500" y1="37700" x2="24300" y2="51800"/>
                        <a14:foregroundMark x1="39800" y1="38200" x2="21300" y2="51300"/>
                        <a14:foregroundMark x1="35100" y1="37200" x2="23400" y2="51100"/>
                        <a14:foregroundMark x1="32500" y1="66400" x2="20700" y2="76100"/>
                        <a14:foregroundMark x1="32400" y1="93500" x2="46500" y2="95600"/>
                        <a14:foregroundMark x1="46500" y1="95600" x2="66800" y2="93300"/>
                        <a14:foregroundMark x1="45900" y1="99500" x2="56600" y2="99000"/>
                        <a14:foregroundMark x1="91500" y1="29400" x2="96200" y2="41800"/>
                        <a14:foregroundMark x1="96200" y1="41800" x2="95700" y2="60500"/>
                        <a14:foregroundMark x1="95700" y1="60500" x2="93600" y2="67100"/>
                        <a14:foregroundMark x1="93400" y1="30000" x2="95900" y2="38400"/>
                      </a14:backgroundRemoval>
                    </a14:imgEffect>
                  </a14:imgLayer>
                </a14:imgProps>
              </a:ext>
            </a:extLst>
          </a:blip>
          <a:srcRect t="6116" r="1" b="1"/>
          <a:stretch>
            <a:fillRect/>
          </a:stretch>
        </p:blipFill>
        <p:spPr>
          <a:xfrm>
            <a:off x="6882275" y="1386254"/>
            <a:ext cx="4228348" cy="3969721"/>
          </a:xfrm>
          <a:custGeom>
            <a:avLst/>
            <a:gdLst/>
            <a:ahLst/>
            <a:cxnLst/>
            <a:rect l="l" t="t" r="r" b="b"/>
            <a:pathLst>
              <a:path w="3952684" h="3588642">
                <a:moveTo>
                  <a:pt x="2262021" y="0"/>
                </a:moveTo>
                <a:cubicBezTo>
                  <a:pt x="2521915" y="0"/>
                  <a:pt x="2761111" y="48268"/>
                  <a:pt x="2973080" y="143330"/>
                </a:cubicBezTo>
                <a:cubicBezTo>
                  <a:pt x="3171733" y="232491"/>
                  <a:pt x="3346211" y="362626"/>
                  <a:pt x="3491678" y="530048"/>
                </a:cubicBezTo>
                <a:cubicBezTo>
                  <a:pt x="3788979" y="872350"/>
                  <a:pt x="3952684" y="1358801"/>
                  <a:pt x="3952684" y="1899831"/>
                </a:cubicBezTo>
                <a:cubicBezTo>
                  <a:pt x="3952684" y="2115686"/>
                  <a:pt x="3889322" y="2288927"/>
                  <a:pt x="3747331" y="2461593"/>
                </a:cubicBezTo>
                <a:cubicBezTo>
                  <a:pt x="3598809" y="2642210"/>
                  <a:pt x="3375643" y="2808567"/>
                  <a:pt x="3139331" y="2984675"/>
                </a:cubicBezTo>
                <a:cubicBezTo>
                  <a:pt x="3095732" y="3017128"/>
                  <a:pt x="3050692" y="3050728"/>
                  <a:pt x="3005652" y="3084736"/>
                </a:cubicBezTo>
                <a:cubicBezTo>
                  <a:pt x="2602495" y="3389096"/>
                  <a:pt x="2308249" y="3588642"/>
                  <a:pt x="1907213" y="3588642"/>
                </a:cubicBezTo>
                <a:cubicBezTo>
                  <a:pt x="1296158" y="3588642"/>
                  <a:pt x="863400" y="3343695"/>
                  <a:pt x="460242" y="2769559"/>
                </a:cubicBezTo>
                <a:cubicBezTo>
                  <a:pt x="407483" y="2694411"/>
                  <a:pt x="355911" y="2626066"/>
                  <a:pt x="306036" y="2560014"/>
                </a:cubicBezTo>
                <a:cubicBezTo>
                  <a:pt x="99326" y="2286139"/>
                  <a:pt x="0" y="2143712"/>
                  <a:pt x="0" y="1899831"/>
                </a:cubicBezTo>
                <a:cubicBezTo>
                  <a:pt x="0" y="1657671"/>
                  <a:pt x="62259" y="1418460"/>
                  <a:pt x="184911" y="1188839"/>
                </a:cubicBezTo>
                <a:cubicBezTo>
                  <a:pt x="304934" y="964216"/>
                  <a:pt x="476527" y="758606"/>
                  <a:pt x="694859" y="577907"/>
                </a:cubicBezTo>
                <a:cubicBezTo>
                  <a:pt x="909458" y="400240"/>
                  <a:pt x="1164345" y="253716"/>
                  <a:pt x="1432127" y="154228"/>
                </a:cubicBezTo>
                <a:cubicBezTo>
                  <a:pt x="1707119" y="51875"/>
                  <a:pt x="1986436" y="0"/>
                  <a:pt x="2262021" y="0"/>
                </a:cubicBezTo>
                <a:close/>
              </a:path>
            </a:pathLst>
          </a:custGeom>
        </p:spPr>
      </p:pic>
    </p:spTree>
    <p:extLst>
      <p:ext uri="{BB962C8B-B14F-4D97-AF65-F5344CB8AC3E}">
        <p14:creationId xmlns:p14="http://schemas.microsoft.com/office/powerpoint/2010/main" val="412579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0EFF4-AF01-1F66-BA77-A65328B43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25DAD-4996-8C61-0F39-2B4EE0F1D52D}"/>
              </a:ext>
            </a:extLst>
          </p:cNvPr>
          <p:cNvSpPr>
            <a:spLocks noGrp="1"/>
          </p:cNvSpPr>
          <p:nvPr>
            <p:ph type="title"/>
          </p:nvPr>
        </p:nvSpPr>
        <p:spPr/>
        <p:txBody>
          <a:bodyPr/>
          <a:lstStyle/>
          <a:p>
            <a:r>
              <a:rPr lang="fr-BE" dirty="0"/>
              <a:t>Program </a:t>
            </a:r>
            <a:r>
              <a:rPr lang="fr-BE" dirty="0" err="1"/>
              <a:t>session5&amp;6</a:t>
            </a:r>
            <a:endParaRPr lang="LID4096" dirty="0"/>
          </a:p>
        </p:txBody>
      </p:sp>
      <p:sp>
        <p:nvSpPr>
          <p:cNvPr id="3" name="Content Placeholder 2">
            <a:extLst>
              <a:ext uri="{FF2B5EF4-FFF2-40B4-BE49-F238E27FC236}">
                <a16:creationId xmlns:a16="http://schemas.microsoft.com/office/drawing/2014/main" id="{3179307D-A956-347F-2369-0628F32DB51A}"/>
              </a:ext>
            </a:extLst>
          </p:cNvPr>
          <p:cNvSpPr>
            <a:spLocks noGrp="1"/>
          </p:cNvSpPr>
          <p:nvPr>
            <p:ph idx="1"/>
          </p:nvPr>
        </p:nvSpPr>
        <p:spPr>
          <a:xfrm>
            <a:off x="838200" y="1825624"/>
            <a:ext cx="10858500" cy="4746625"/>
          </a:xfrm>
        </p:spPr>
        <p:txBody>
          <a:bodyPr>
            <a:normAutofit lnSpcReduction="10000"/>
          </a:bodyPr>
          <a:lstStyle/>
          <a:p>
            <a:pPr>
              <a:lnSpc>
                <a:spcPct val="200000"/>
              </a:lnSpc>
            </a:pPr>
            <a:r>
              <a:rPr lang="fr-BE" dirty="0"/>
              <a:t>Baseline / </a:t>
            </a:r>
            <a:r>
              <a:rPr lang="fr-BE" dirty="0" err="1"/>
              <a:t>Detrend</a:t>
            </a:r>
            <a:r>
              <a:rPr lang="fr-BE" dirty="0"/>
              <a:t> correction</a:t>
            </a:r>
          </a:p>
          <a:p>
            <a:pPr>
              <a:lnSpc>
                <a:spcPct val="200000"/>
              </a:lnSpc>
            </a:pPr>
            <a:r>
              <a:rPr lang="fr-BE" dirty="0"/>
              <a:t>Re-</a:t>
            </a:r>
            <a:r>
              <a:rPr lang="fr-BE" dirty="0" err="1"/>
              <a:t>referencing</a:t>
            </a:r>
            <a:endParaRPr lang="fr-BE" dirty="0"/>
          </a:p>
          <a:p>
            <a:pPr>
              <a:lnSpc>
                <a:spcPct val="200000"/>
              </a:lnSpc>
            </a:pPr>
            <a:r>
              <a:rPr lang="fr-BE" dirty="0"/>
              <a:t>Trial rejection</a:t>
            </a:r>
          </a:p>
          <a:p>
            <a:pPr>
              <a:lnSpc>
                <a:spcPct val="200000"/>
              </a:lnSpc>
            </a:pPr>
            <a:r>
              <a:rPr lang="fr-BE" dirty="0"/>
              <a:t>Time extraction &amp; plot</a:t>
            </a:r>
          </a:p>
          <a:p>
            <a:pPr>
              <a:lnSpc>
                <a:spcPct val="200000"/>
              </a:lnSpc>
            </a:pPr>
            <a:r>
              <a:rPr lang="fr-BE" dirty="0"/>
              <a:t>Time-</a:t>
            </a:r>
            <a:r>
              <a:rPr lang="fr-BE" dirty="0" err="1"/>
              <a:t>frequency</a:t>
            </a:r>
            <a:r>
              <a:rPr lang="fr-BE" dirty="0"/>
              <a:t> extraction &amp; plot</a:t>
            </a:r>
          </a:p>
          <a:p>
            <a:pPr>
              <a:lnSpc>
                <a:spcPct val="150000"/>
              </a:lnSpc>
            </a:pPr>
            <a:endParaRPr lang="fr-BE" dirty="0"/>
          </a:p>
          <a:p>
            <a:pPr>
              <a:lnSpc>
                <a:spcPct val="150000"/>
              </a:lnSpc>
            </a:pPr>
            <a:endParaRPr lang="fr-BE" dirty="0"/>
          </a:p>
          <a:p>
            <a:pPr>
              <a:lnSpc>
                <a:spcPct val="150000"/>
              </a:lnSpc>
            </a:pPr>
            <a:endParaRPr lang="fr-BE" dirty="0"/>
          </a:p>
        </p:txBody>
      </p:sp>
    </p:spTree>
    <p:extLst>
      <p:ext uri="{BB962C8B-B14F-4D97-AF65-F5344CB8AC3E}">
        <p14:creationId xmlns:p14="http://schemas.microsoft.com/office/powerpoint/2010/main" val="1604530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D5A52-2193-87F3-D41F-A317F1EA575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C108BB1-74B2-A09E-ACD7-5EA7BA36143A}"/>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20" name="Rectangle 19">
            <a:extLst>
              <a:ext uri="{FF2B5EF4-FFF2-40B4-BE49-F238E27FC236}">
                <a16:creationId xmlns:a16="http://schemas.microsoft.com/office/drawing/2014/main" id="{183B50BE-ADB1-2DD0-9868-51D909243161}"/>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8" name="Picture 7">
            <a:extLst>
              <a:ext uri="{FF2B5EF4-FFF2-40B4-BE49-F238E27FC236}">
                <a16:creationId xmlns:a16="http://schemas.microsoft.com/office/drawing/2014/main" id="{2502E16E-5EBE-2290-A966-3101F50C8CCC}"/>
              </a:ext>
            </a:extLst>
          </p:cNvPr>
          <p:cNvPicPr>
            <a:picLocks noChangeAspect="1"/>
          </p:cNvPicPr>
          <p:nvPr/>
        </p:nvPicPr>
        <p:blipFill>
          <a:blip r:embed="rId2"/>
          <a:stretch>
            <a:fillRect/>
          </a:stretch>
        </p:blipFill>
        <p:spPr>
          <a:xfrm>
            <a:off x="4034909" y="1556796"/>
            <a:ext cx="4522229" cy="3902508"/>
          </a:xfrm>
          <a:prstGeom prst="rect">
            <a:avLst/>
          </a:prstGeom>
        </p:spPr>
      </p:pic>
      <p:pic>
        <p:nvPicPr>
          <p:cNvPr id="9" name="Picture 8">
            <a:extLst>
              <a:ext uri="{FF2B5EF4-FFF2-40B4-BE49-F238E27FC236}">
                <a16:creationId xmlns:a16="http://schemas.microsoft.com/office/drawing/2014/main" id="{AD1DDD48-6702-3B4A-8086-748A56926E81}"/>
              </a:ext>
            </a:extLst>
          </p:cNvPr>
          <p:cNvPicPr>
            <a:picLocks noChangeAspect="1"/>
          </p:cNvPicPr>
          <p:nvPr/>
        </p:nvPicPr>
        <p:blipFill>
          <a:blip r:embed="rId3"/>
          <a:stretch>
            <a:fillRect/>
          </a:stretch>
        </p:blipFill>
        <p:spPr>
          <a:xfrm>
            <a:off x="7275594" y="1619251"/>
            <a:ext cx="4522229" cy="3902508"/>
          </a:xfrm>
          <a:prstGeom prst="rect">
            <a:avLst/>
          </a:prstGeom>
        </p:spPr>
      </p:pic>
    </p:spTree>
    <p:extLst>
      <p:ext uri="{BB962C8B-B14F-4D97-AF65-F5344CB8AC3E}">
        <p14:creationId xmlns:p14="http://schemas.microsoft.com/office/powerpoint/2010/main" val="4242232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339 -0.00278 L -0.28529 0.0044 " pathEditMode="relative" rAng="0" ptsTypes="AA">
                                      <p:cBhvr>
                                        <p:cTn id="6" dur="1000" fill="hold"/>
                                        <p:tgtEl>
                                          <p:spTgt spid="8"/>
                                        </p:tgtEl>
                                        <p:attrNameLst>
                                          <p:attrName>ppt_x</p:attrName>
                                          <p:attrName>ppt_y</p:attrName>
                                        </p:attrNameLst>
                                      </p:cBhvr>
                                      <p:rCtr x="-14102" y="347"/>
                                    </p:animMotion>
                                  </p:childTnLst>
                                </p:cTn>
                              </p:par>
                              <p:par>
                                <p:cTn id="7" presetID="10"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77E61-5E41-FB92-B831-1510201A02C3}"/>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32120B10-0262-F71A-A6C5-487F36CB1176}"/>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20" name="Rectangle 19">
            <a:extLst>
              <a:ext uri="{FF2B5EF4-FFF2-40B4-BE49-F238E27FC236}">
                <a16:creationId xmlns:a16="http://schemas.microsoft.com/office/drawing/2014/main" id="{7134D95B-E562-27BB-6F95-7E2F47A22B6A}"/>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2" name="Picture 1">
            <a:extLst>
              <a:ext uri="{FF2B5EF4-FFF2-40B4-BE49-F238E27FC236}">
                <a16:creationId xmlns:a16="http://schemas.microsoft.com/office/drawing/2014/main" id="{72D663C6-8C35-7D89-29F0-485364C00099}"/>
              </a:ext>
            </a:extLst>
          </p:cNvPr>
          <p:cNvPicPr>
            <a:picLocks noChangeAspect="1"/>
          </p:cNvPicPr>
          <p:nvPr/>
        </p:nvPicPr>
        <p:blipFill rotWithShape="1">
          <a:blip r:embed="rId2"/>
          <a:srcRect b="65719"/>
          <a:stretch/>
        </p:blipFill>
        <p:spPr>
          <a:xfrm>
            <a:off x="1123950" y="1945516"/>
            <a:ext cx="9259794" cy="2637741"/>
          </a:xfrm>
          <a:prstGeom prst="rect">
            <a:avLst/>
          </a:prstGeom>
        </p:spPr>
      </p:pic>
      <p:sp>
        <p:nvSpPr>
          <p:cNvPr id="5" name="TextBox 4">
            <a:extLst>
              <a:ext uri="{FF2B5EF4-FFF2-40B4-BE49-F238E27FC236}">
                <a16:creationId xmlns:a16="http://schemas.microsoft.com/office/drawing/2014/main" id="{A3588537-A896-5EB9-B216-A9C1DB3C1E6D}"/>
              </a:ext>
            </a:extLst>
          </p:cNvPr>
          <p:cNvSpPr txBox="1"/>
          <p:nvPr/>
        </p:nvSpPr>
        <p:spPr>
          <a:xfrm>
            <a:off x="4814887" y="6049030"/>
            <a:ext cx="2562225" cy="523220"/>
          </a:xfrm>
          <a:prstGeom prst="rect">
            <a:avLst/>
          </a:prstGeom>
          <a:noFill/>
        </p:spPr>
        <p:txBody>
          <a:bodyPr wrap="square">
            <a:spAutoFit/>
          </a:bodyPr>
          <a:lstStyle/>
          <a:p>
            <a:r>
              <a:rPr lang="fr-BE" sz="1400" b="0" i="0" dirty="0" err="1">
                <a:solidFill>
                  <a:schemeClr val="tx1"/>
                </a:solidFill>
                <a:effectLst/>
                <a:latin typeface="+mn-lt"/>
              </a:rPr>
              <a:t>Cheveigné</a:t>
            </a:r>
            <a:r>
              <a:rPr lang="fr-BE" sz="1400" dirty="0"/>
              <a:t> &amp; </a:t>
            </a:r>
            <a:r>
              <a:rPr lang="fr-BE" sz="1400" dirty="0" err="1"/>
              <a:t>Arnouzian</a:t>
            </a:r>
            <a:r>
              <a:rPr lang="fr-BE" sz="1400" dirty="0"/>
              <a:t> (2018) </a:t>
            </a:r>
            <a:r>
              <a:rPr lang="fr-BE" sz="1400" dirty="0" err="1"/>
              <a:t>Neuroimage</a:t>
            </a:r>
            <a:endParaRPr lang="LID4096" sz="1400" dirty="0"/>
          </a:p>
        </p:txBody>
      </p:sp>
    </p:spTree>
    <p:extLst>
      <p:ext uri="{BB962C8B-B14F-4D97-AF65-F5344CB8AC3E}">
        <p14:creationId xmlns:p14="http://schemas.microsoft.com/office/powerpoint/2010/main" val="3644607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Content Placeholder 2">
            <a:extLst>
              <a:ext uri="{FF2B5EF4-FFF2-40B4-BE49-F238E27FC236}">
                <a16:creationId xmlns:a16="http://schemas.microsoft.com/office/drawing/2014/main" id="{CBEF7A09-C618-66B5-4270-59B7F49D8F37}"/>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pic>
        <p:nvPicPr>
          <p:cNvPr id="5" name="Picture 4">
            <a:extLst>
              <a:ext uri="{FF2B5EF4-FFF2-40B4-BE49-F238E27FC236}">
                <a16:creationId xmlns:a16="http://schemas.microsoft.com/office/drawing/2014/main" id="{B77D04E5-3E17-2DD0-38AE-D6D6B646513B}"/>
              </a:ext>
            </a:extLst>
          </p:cNvPr>
          <p:cNvPicPr>
            <a:picLocks noChangeAspect="1"/>
          </p:cNvPicPr>
          <p:nvPr/>
        </p:nvPicPr>
        <p:blipFill>
          <a:blip r:embed="rId2"/>
          <a:stretch>
            <a:fillRect/>
          </a:stretch>
        </p:blipFill>
        <p:spPr>
          <a:xfrm>
            <a:off x="247204" y="971549"/>
            <a:ext cx="4261334" cy="1071675"/>
          </a:xfrm>
          <a:prstGeom prst="rect">
            <a:avLst/>
          </a:prstGeom>
        </p:spPr>
      </p:pic>
      <p:sp>
        <p:nvSpPr>
          <p:cNvPr id="11" name="Rectangle 10">
            <a:extLst>
              <a:ext uri="{FF2B5EF4-FFF2-40B4-BE49-F238E27FC236}">
                <a16:creationId xmlns:a16="http://schemas.microsoft.com/office/drawing/2014/main" id="{B0F5059D-706E-8BCA-94F7-F37BE56C07D3}"/>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3" name="Picture 12">
            <a:extLst>
              <a:ext uri="{FF2B5EF4-FFF2-40B4-BE49-F238E27FC236}">
                <a16:creationId xmlns:a16="http://schemas.microsoft.com/office/drawing/2014/main" id="{A0DE309A-AD83-DB86-1491-7CE611F41D9E}"/>
              </a:ext>
            </a:extLst>
          </p:cNvPr>
          <p:cNvPicPr>
            <a:picLocks noChangeAspect="1"/>
          </p:cNvPicPr>
          <p:nvPr/>
        </p:nvPicPr>
        <p:blipFill>
          <a:blip r:embed="rId3"/>
          <a:stretch>
            <a:fillRect/>
          </a:stretch>
        </p:blipFill>
        <p:spPr>
          <a:xfrm>
            <a:off x="5649351" y="732488"/>
            <a:ext cx="4734975" cy="1589225"/>
          </a:xfrm>
          <a:prstGeom prst="rect">
            <a:avLst/>
          </a:prstGeom>
        </p:spPr>
      </p:pic>
      <p:pic>
        <p:nvPicPr>
          <p:cNvPr id="15" name="Picture 14">
            <a:extLst>
              <a:ext uri="{FF2B5EF4-FFF2-40B4-BE49-F238E27FC236}">
                <a16:creationId xmlns:a16="http://schemas.microsoft.com/office/drawing/2014/main" id="{32485C96-D711-463D-63D1-81C19297783C}"/>
              </a:ext>
            </a:extLst>
          </p:cNvPr>
          <p:cNvPicPr>
            <a:picLocks noChangeAspect="1"/>
          </p:cNvPicPr>
          <p:nvPr/>
        </p:nvPicPr>
        <p:blipFill>
          <a:blip r:embed="rId4"/>
          <a:stretch>
            <a:fillRect/>
          </a:stretch>
        </p:blipFill>
        <p:spPr>
          <a:xfrm>
            <a:off x="123006" y="2800867"/>
            <a:ext cx="7506519" cy="1395286"/>
          </a:xfrm>
          <a:prstGeom prst="rect">
            <a:avLst/>
          </a:prstGeom>
        </p:spPr>
      </p:pic>
      <p:pic>
        <p:nvPicPr>
          <p:cNvPr id="17" name="Picture 16">
            <a:extLst>
              <a:ext uri="{FF2B5EF4-FFF2-40B4-BE49-F238E27FC236}">
                <a16:creationId xmlns:a16="http://schemas.microsoft.com/office/drawing/2014/main" id="{AF9D0ED7-A7B6-3249-D481-E4B85CF03F33}"/>
              </a:ext>
            </a:extLst>
          </p:cNvPr>
          <p:cNvPicPr>
            <a:picLocks noChangeAspect="1"/>
          </p:cNvPicPr>
          <p:nvPr/>
        </p:nvPicPr>
        <p:blipFill>
          <a:blip r:embed="rId5"/>
          <a:srcRect r="39091"/>
          <a:stretch>
            <a:fillRect/>
          </a:stretch>
        </p:blipFill>
        <p:spPr>
          <a:xfrm>
            <a:off x="706926" y="4561616"/>
            <a:ext cx="5731974" cy="1559044"/>
          </a:xfrm>
          <a:prstGeom prst="rect">
            <a:avLst/>
          </a:prstGeom>
        </p:spPr>
      </p:pic>
      <p:pic>
        <p:nvPicPr>
          <p:cNvPr id="19" name="Picture 18">
            <a:extLst>
              <a:ext uri="{FF2B5EF4-FFF2-40B4-BE49-F238E27FC236}">
                <a16:creationId xmlns:a16="http://schemas.microsoft.com/office/drawing/2014/main" id="{280B6E27-E796-ED06-E929-653B3569BF04}"/>
              </a:ext>
            </a:extLst>
          </p:cNvPr>
          <p:cNvPicPr>
            <a:picLocks noChangeAspect="1"/>
          </p:cNvPicPr>
          <p:nvPr/>
        </p:nvPicPr>
        <p:blipFill>
          <a:blip r:embed="rId6"/>
          <a:stretch>
            <a:fillRect/>
          </a:stretch>
        </p:blipFill>
        <p:spPr>
          <a:xfrm>
            <a:off x="6963080" y="3886200"/>
            <a:ext cx="4836191" cy="2533650"/>
          </a:xfrm>
          <a:prstGeom prst="rect">
            <a:avLst/>
          </a:prstGeom>
        </p:spPr>
      </p:pic>
    </p:spTree>
    <p:extLst>
      <p:ext uri="{BB962C8B-B14F-4D97-AF65-F5344CB8AC3E}">
        <p14:creationId xmlns:p14="http://schemas.microsoft.com/office/powerpoint/2010/main" val="1080663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B7A2B01E-6456-2CD7-F0AD-42612358246A}"/>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7" name="Content Placeholder 2">
            <a:extLst>
              <a:ext uri="{FF2B5EF4-FFF2-40B4-BE49-F238E27FC236}">
                <a16:creationId xmlns:a16="http://schemas.microsoft.com/office/drawing/2014/main" id="{64B6600E-D574-C3D8-F7FA-883B5863A78C}"/>
              </a:ext>
            </a:extLst>
          </p:cNvPr>
          <p:cNvSpPr txBox="1">
            <a:spLocks/>
          </p:cNvSpPr>
          <p:nvPr/>
        </p:nvSpPr>
        <p:spPr>
          <a:xfrm>
            <a:off x="1126274" y="-9525"/>
            <a:ext cx="1123951" cy="712602"/>
          </a:xfrm>
          <a:prstGeom prst="rect">
            <a:avLst/>
          </a:prstGeom>
          <a:solidFill>
            <a:schemeClr val="bg1">
              <a:lumMod val="75000"/>
            </a:schemeClr>
          </a:solidFill>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Reference</a:t>
            </a:r>
          </a:p>
          <a:p>
            <a:r>
              <a:rPr lang="fr-BE" sz="1400" dirty="0" err="1">
                <a:latin typeface="Helvetica Neue"/>
              </a:rPr>
              <a:t>Which</a:t>
            </a:r>
            <a:r>
              <a:rPr lang="fr-BE" sz="1400" dirty="0">
                <a:latin typeface="Helvetica Neue"/>
              </a:rPr>
              <a:t>?</a:t>
            </a:r>
            <a:endParaRPr lang="LID4096" sz="1800" dirty="0"/>
          </a:p>
        </p:txBody>
      </p:sp>
      <p:sp>
        <p:nvSpPr>
          <p:cNvPr id="20" name="Rectangle 19">
            <a:extLst>
              <a:ext uri="{FF2B5EF4-FFF2-40B4-BE49-F238E27FC236}">
                <a16:creationId xmlns:a16="http://schemas.microsoft.com/office/drawing/2014/main" id="{FF2E7B2F-F2A1-8B76-D6C9-E2E32110E3D9}"/>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3" name="Picture 2">
            <a:extLst>
              <a:ext uri="{FF2B5EF4-FFF2-40B4-BE49-F238E27FC236}">
                <a16:creationId xmlns:a16="http://schemas.microsoft.com/office/drawing/2014/main" id="{A612B63F-BEA9-9049-2207-0D07D486B0DA}"/>
              </a:ext>
            </a:extLst>
          </p:cNvPr>
          <p:cNvPicPr>
            <a:picLocks noChangeAspect="1"/>
          </p:cNvPicPr>
          <p:nvPr/>
        </p:nvPicPr>
        <p:blipFill>
          <a:blip r:embed="rId2"/>
          <a:stretch>
            <a:fillRect/>
          </a:stretch>
        </p:blipFill>
        <p:spPr>
          <a:xfrm>
            <a:off x="1697775" y="781050"/>
            <a:ext cx="7881415" cy="5295900"/>
          </a:xfrm>
          <a:prstGeom prst="rect">
            <a:avLst/>
          </a:prstGeom>
        </p:spPr>
      </p:pic>
      <p:sp>
        <p:nvSpPr>
          <p:cNvPr id="6" name="TextBox 5">
            <a:extLst>
              <a:ext uri="{FF2B5EF4-FFF2-40B4-BE49-F238E27FC236}">
                <a16:creationId xmlns:a16="http://schemas.microsoft.com/office/drawing/2014/main" id="{39A07930-E130-2A7A-7723-B74D62D21E39}"/>
              </a:ext>
            </a:extLst>
          </p:cNvPr>
          <p:cNvSpPr txBox="1"/>
          <p:nvPr/>
        </p:nvSpPr>
        <p:spPr>
          <a:xfrm>
            <a:off x="9801225" y="2905780"/>
            <a:ext cx="2562225" cy="523220"/>
          </a:xfrm>
          <a:prstGeom prst="rect">
            <a:avLst/>
          </a:prstGeom>
          <a:noFill/>
        </p:spPr>
        <p:txBody>
          <a:bodyPr wrap="square">
            <a:spAutoFit/>
          </a:bodyPr>
          <a:lstStyle/>
          <a:p>
            <a:r>
              <a:rPr lang="fr-BE" sz="1400" b="0" i="0" dirty="0">
                <a:solidFill>
                  <a:schemeClr val="tx1"/>
                </a:solidFill>
                <a:effectLst/>
                <a:latin typeface="+mn-lt"/>
              </a:rPr>
              <a:t>Yao et al., (2019) Brain </a:t>
            </a:r>
            <a:r>
              <a:rPr lang="fr-BE" sz="1400" b="0" i="0" dirty="0" err="1">
                <a:solidFill>
                  <a:schemeClr val="tx1"/>
                </a:solidFill>
                <a:effectLst/>
                <a:latin typeface="+mn-lt"/>
              </a:rPr>
              <a:t>Topography</a:t>
            </a:r>
            <a:endParaRPr lang="LID4096" sz="1400" dirty="0"/>
          </a:p>
        </p:txBody>
      </p:sp>
    </p:spTree>
    <p:extLst>
      <p:ext uri="{BB962C8B-B14F-4D97-AF65-F5344CB8AC3E}">
        <p14:creationId xmlns:p14="http://schemas.microsoft.com/office/powerpoint/2010/main" val="3902434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7C18F-76DD-F754-652E-3E3C8EA65DD4}"/>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C43A1CEC-ABD4-0C93-79E3-8EA17E4B1EE9}"/>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11" name="Content Placeholder 2">
            <a:extLst>
              <a:ext uri="{FF2B5EF4-FFF2-40B4-BE49-F238E27FC236}">
                <a16:creationId xmlns:a16="http://schemas.microsoft.com/office/drawing/2014/main" id="{7795FE0A-461C-5096-D0BD-A74DE52C40AB}"/>
              </a:ext>
            </a:extLst>
          </p:cNvPr>
          <p:cNvSpPr txBox="1">
            <a:spLocks/>
          </p:cNvSpPr>
          <p:nvPr/>
        </p:nvSpPr>
        <p:spPr>
          <a:xfrm>
            <a:off x="1126274" y="-9525"/>
            <a:ext cx="1123951" cy="712602"/>
          </a:xfrm>
          <a:prstGeom prst="rect">
            <a:avLst/>
          </a:prstGeom>
          <a:solidFill>
            <a:schemeClr val="bg1">
              <a:lumMod val="75000"/>
            </a:schemeClr>
          </a:solidFill>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Reference</a:t>
            </a:r>
          </a:p>
          <a:p>
            <a:r>
              <a:rPr lang="fr-BE" sz="1400" dirty="0" err="1">
                <a:latin typeface="Helvetica Neue"/>
              </a:rPr>
              <a:t>Which</a:t>
            </a:r>
            <a:r>
              <a:rPr lang="fr-BE" sz="1400" dirty="0">
                <a:latin typeface="Helvetica Neue"/>
              </a:rPr>
              <a:t>?</a:t>
            </a:r>
            <a:endParaRPr lang="LID4096" sz="1800" dirty="0"/>
          </a:p>
        </p:txBody>
      </p:sp>
      <p:sp>
        <p:nvSpPr>
          <p:cNvPr id="20" name="Rectangle 19">
            <a:extLst>
              <a:ext uri="{FF2B5EF4-FFF2-40B4-BE49-F238E27FC236}">
                <a16:creationId xmlns:a16="http://schemas.microsoft.com/office/drawing/2014/main" id="{BEDBE922-9A38-2B58-4068-FBBF14767EA3}"/>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2" name="Picture 1">
            <a:extLst>
              <a:ext uri="{FF2B5EF4-FFF2-40B4-BE49-F238E27FC236}">
                <a16:creationId xmlns:a16="http://schemas.microsoft.com/office/drawing/2014/main" id="{915F065E-190A-BC8A-FE4A-61834863BAC4}"/>
              </a:ext>
            </a:extLst>
          </p:cNvPr>
          <p:cNvPicPr>
            <a:picLocks noChangeAspect="1"/>
          </p:cNvPicPr>
          <p:nvPr/>
        </p:nvPicPr>
        <p:blipFill>
          <a:blip r:embed="rId2"/>
          <a:stretch>
            <a:fillRect/>
          </a:stretch>
        </p:blipFill>
        <p:spPr>
          <a:xfrm>
            <a:off x="714375" y="1197786"/>
            <a:ext cx="9279733" cy="4462427"/>
          </a:xfrm>
          <a:prstGeom prst="rect">
            <a:avLst/>
          </a:prstGeom>
        </p:spPr>
      </p:pic>
      <p:sp>
        <p:nvSpPr>
          <p:cNvPr id="5" name="TextBox 4">
            <a:extLst>
              <a:ext uri="{FF2B5EF4-FFF2-40B4-BE49-F238E27FC236}">
                <a16:creationId xmlns:a16="http://schemas.microsoft.com/office/drawing/2014/main" id="{AC23F165-3AC5-1978-5083-F353CBD18ADD}"/>
              </a:ext>
            </a:extLst>
          </p:cNvPr>
          <p:cNvSpPr txBox="1"/>
          <p:nvPr/>
        </p:nvSpPr>
        <p:spPr>
          <a:xfrm>
            <a:off x="9801225" y="2905780"/>
            <a:ext cx="2562225" cy="523220"/>
          </a:xfrm>
          <a:prstGeom prst="rect">
            <a:avLst/>
          </a:prstGeom>
          <a:noFill/>
        </p:spPr>
        <p:txBody>
          <a:bodyPr wrap="square">
            <a:spAutoFit/>
          </a:bodyPr>
          <a:lstStyle/>
          <a:p>
            <a:r>
              <a:rPr lang="fr-BE" sz="1400" b="0" i="0" dirty="0">
                <a:solidFill>
                  <a:schemeClr val="tx1"/>
                </a:solidFill>
                <a:effectLst/>
                <a:latin typeface="+mn-lt"/>
              </a:rPr>
              <a:t>Nunez (2010) Clin. </a:t>
            </a:r>
            <a:r>
              <a:rPr lang="fr-BE" sz="1400" b="0" i="0" dirty="0" err="1">
                <a:solidFill>
                  <a:schemeClr val="tx1"/>
                </a:solidFill>
                <a:effectLst/>
                <a:latin typeface="+mn-lt"/>
              </a:rPr>
              <a:t>Neurophysio</a:t>
            </a:r>
            <a:r>
              <a:rPr lang="fr-BE" sz="1400" dirty="0" err="1"/>
              <a:t>logy</a:t>
            </a:r>
            <a:endParaRPr lang="LID4096" sz="1400" dirty="0"/>
          </a:p>
        </p:txBody>
      </p:sp>
    </p:spTree>
    <p:extLst>
      <p:ext uri="{BB962C8B-B14F-4D97-AF65-F5344CB8AC3E}">
        <p14:creationId xmlns:p14="http://schemas.microsoft.com/office/powerpoint/2010/main" val="775424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D423D-AC54-EE13-5AFE-84491B67D1A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6293921-BB04-185A-ABC9-8E01D9D1AC7E}"/>
              </a:ext>
            </a:extLst>
          </p:cNvPr>
          <p:cNvPicPr>
            <a:picLocks noChangeAspect="1"/>
          </p:cNvPicPr>
          <p:nvPr/>
        </p:nvPicPr>
        <p:blipFill>
          <a:blip r:embed="rId2"/>
          <a:stretch>
            <a:fillRect/>
          </a:stretch>
        </p:blipFill>
        <p:spPr>
          <a:xfrm>
            <a:off x="2419350" y="712602"/>
            <a:ext cx="6819947" cy="5903662"/>
          </a:xfrm>
          <a:prstGeom prst="rect">
            <a:avLst/>
          </a:prstGeom>
        </p:spPr>
      </p:pic>
      <p:sp>
        <p:nvSpPr>
          <p:cNvPr id="6" name="Content Placeholder 2">
            <a:extLst>
              <a:ext uri="{FF2B5EF4-FFF2-40B4-BE49-F238E27FC236}">
                <a16:creationId xmlns:a16="http://schemas.microsoft.com/office/drawing/2014/main" id="{08173503-7E23-2639-33B1-55B873C74AEF}"/>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9" name="Content Placeholder 2">
            <a:extLst>
              <a:ext uri="{FF2B5EF4-FFF2-40B4-BE49-F238E27FC236}">
                <a16:creationId xmlns:a16="http://schemas.microsoft.com/office/drawing/2014/main" id="{01E79BC7-60E2-AFD2-6C4C-CBCDE9CD5EA3}"/>
              </a:ext>
            </a:extLst>
          </p:cNvPr>
          <p:cNvSpPr txBox="1">
            <a:spLocks/>
          </p:cNvSpPr>
          <p:nvPr/>
        </p:nvSpPr>
        <p:spPr>
          <a:xfrm>
            <a:off x="1126274" y="-9525"/>
            <a:ext cx="1123951" cy="712602"/>
          </a:xfrm>
          <a:prstGeom prst="rect">
            <a:avLst/>
          </a:prstGeom>
          <a:solidFill>
            <a:schemeClr val="bg1">
              <a:lumMod val="75000"/>
            </a:schemeClr>
          </a:solidFill>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Reference</a:t>
            </a:r>
          </a:p>
          <a:p>
            <a:r>
              <a:rPr lang="fr-BE" sz="1400" dirty="0" err="1">
                <a:latin typeface="Helvetica Neue"/>
              </a:rPr>
              <a:t>Which</a:t>
            </a:r>
            <a:r>
              <a:rPr lang="fr-BE" sz="1400" dirty="0">
                <a:latin typeface="Helvetica Neue"/>
              </a:rPr>
              <a:t>?</a:t>
            </a:r>
            <a:endParaRPr lang="LID4096" sz="1800" dirty="0"/>
          </a:p>
        </p:txBody>
      </p:sp>
      <p:sp>
        <p:nvSpPr>
          <p:cNvPr id="11" name="Rectangle 10">
            <a:extLst>
              <a:ext uri="{FF2B5EF4-FFF2-40B4-BE49-F238E27FC236}">
                <a16:creationId xmlns:a16="http://schemas.microsoft.com/office/drawing/2014/main" id="{1E368184-2041-9399-E25A-089BBB2A6F09}"/>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897942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1F634-2B75-0424-F563-1E054D14428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555DFA0-3EE8-B21D-E640-5E30994995A9}"/>
              </a:ext>
            </a:extLst>
          </p:cNvPr>
          <p:cNvPicPr>
            <a:picLocks noChangeAspect="1"/>
          </p:cNvPicPr>
          <p:nvPr/>
        </p:nvPicPr>
        <p:blipFill>
          <a:blip r:embed="rId2"/>
          <a:stretch>
            <a:fillRect/>
          </a:stretch>
        </p:blipFill>
        <p:spPr>
          <a:xfrm>
            <a:off x="3095625" y="883442"/>
            <a:ext cx="4599406" cy="5605711"/>
          </a:xfrm>
          <a:prstGeom prst="rect">
            <a:avLst/>
          </a:prstGeom>
        </p:spPr>
      </p:pic>
      <p:sp>
        <p:nvSpPr>
          <p:cNvPr id="8" name="TextBox 7">
            <a:extLst>
              <a:ext uri="{FF2B5EF4-FFF2-40B4-BE49-F238E27FC236}">
                <a16:creationId xmlns:a16="http://schemas.microsoft.com/office/drawing/2014/main" id="{EECF8F44-C3C6-7A34-89F6-34CA75DE2D98}"/>
              </a:ext>
            </a:extLst>
          </p:cNvPr>
          <p:cNvSpPr txBox="1"/>
          <p:nvPr/>
        </p:nvSpPr>
        <p:spPr>
          <a:xfrm>
            <a:off x="9801225" y="2905780"/>
            <a:ext cx="2562225" cy="523220"/>
          </a:xfrm>
          <a:prstGeom prst="rect">
            <a:avLst/>
          </a:prstGeom>
          <a:noFill/>
        </p:spPr>
        <p:txBody>
          <a:bodyPr wrap="square">
            <a:spAutoFit/>
          </a:bodyPr>
          <a:lstStyle/>
          <a:p>
            <a:r>
              <a:rPr lang="fr-BE" sz="1400" b="0" i="0" dirty="0">
                <a:solidFill>
                  <a:schemeClr val="tx1"/>
                </a:solidFill>
                <a:effectLst/>
                <a:latin typeface="+mn-lt"/>
              </a:rPr>
              <a:t>Liu et al., (2015) Journal of Neural </a:t>
            </a:r>
            <a:r>
              <a:rPr lang="fr-BE" sz="1400" dirty="0"/>
              <a:t>Engineering</a:t>
            </a:r>
            <a:endParaRPr lang="fr-BE" sz="1400" b="0" i="0" dirty="0">
              <a:solidFill>
                <a:schemeClr val="tx1"/>
              </a:solidFill>
              <a:effectLst/>
              <a:latin typeface="+mn-lt"/>
            </a:endParaRPr>
          </a:p>
        </p:txBody>
      </p:sp>
      <p:sp>
        <p:nvSpPr>
          <p:cNvPr id="12" name="TextBox 11">
            <a:extLst>
              <a:ext uri="{FF2B5EF4-FFF2-40B4-BE49-F238E27FC236}">
                <a16:creationId xmlns:a16="http://schemas.microsoft.com/office/drawing/2014/main" id="{DD1B6794-849E-403C-4E53-D36CA69040DC}"/>
              </a:ext>
            </a:extLst>
          </p:cNvPr>
          <p:cNvSpPr txBox="1"/>
          <p:nvPr/>
        </p:nvSpPr>
        <p:spPr>
          <a:xfrm>
            <a:off x="7938211" y="1076980"/>
            <a:ext cx="1619834" cy="307777"/>
          </a:xfrm>
          <a:prstGeom prst="rect">
            <a:avLst/>
          </a:prstGeom>
          <a:noFill/>
        </p:spPr>
        <p:txBody>
          <a:bodyPr wrap="square">
            <a:spAutoFit/>
          </a:bodyPr>
          <a:lstStyle/>
          <a:p>
            <a:r>
              <a:rPr lang="fr-BE" sz="1400" b="0" i="0" dirty="0" err="1">
                <a:solidFill>
                  <a:schemeClr val="tx1"/>
                </a:solidFill>
                <a:effectLst/>
                <a:latin typeface="+mn-lt"/>
              </a:rPr>
              <a:t>LMR</a:t>
            </a:r>
            <a:r>
              <a:rPr lang="fr-BE" sz="1400" b="0" i="0" dirty="0">
                <a:solidFill>
                  <a:schemeClr val="tx1"/>
                </a:solidFill>
                <a:effectLst/>
                <a:latin typeface="+mn-lt"/>
              </a:rPr>
              <a:t> = </a:t>
            </a:r>
            <a:r>
              <a:rPr lang="fr-BE" sz="1400" b="0" i="0" dirty="0" err="1">
                <a:solidFill>
                  <a:schemeClr val="tx1"/>
                </a:solidFill>
                <a:effectLst/>
                <a:latin typeface="+mn-lt"/>
              </a:rPr>
              <a:t>mastoids</a:t>
            </a:r>
            <a:endParaRPr lang="fr-BE" sz="1400" b="0" i="0" dirty="0">
              <a:solidFill>
                <a:schemeClr val="tx1"/>
              </a:solidFill>
              <a:effectLst/>
              <a:latin typeface="+mn-lt"/>
            </a:endParaRPr>
          </a:p>
        </p:txBody>
      </p:sp>
      <p:sp>
        <p:nvSpPr>
          <p:cNvPr id="14" name="Content Placeholder 2">
            <a:extLst>
              <a:ext uri="{FF2B5EF4-FFF2-40B4-BE49-F238E27FC236}">
                <a16:creationId xmlns:a16="http://schemas.microsoft.com/office/drawing/2014/main" id="{5C8A3D5E-70E8-F6A2-B490-390D8DD0A02F}"/>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16" name="Content Placeholder 2">
            <a:extLst>
              <a:ext uri="{FF2B5EF4-FFF2-40B4-BE49-F238E27FC236}">
                <a16:creationId xmlns:a16="http://schemas.microsoft.com/office/drawing/2014/main" id="{13BC27B1-779A-1BE0-1B7E-3A4EB16B83F4}"/>
              </a:ext>
            </a:extLst>
          </p:cNvPr>
          <p:cNvSpPr txBox="1">
            <a:spLocks/>
          </p:cNvSpPr>
          <p:nvPr/>
        </p:nvSpPr>
        <p:spPr>
          <a:xfrm>
            <a:off x="1126274" y="-9525"/>
            <a:ext cx="1123951" cy="712602"/>
          </a:xfrm>
          <a:prstGeom prst="rect">
            <a:avLst/>
          </a:prstGeom>
          <a:solidFill>
            <a:schemeClr val="bg1">
              <a:lumMod val="75000"/>
            </a:schemeClr>
          </a:solidFill>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Reference</a:t>
            </a:r>
          </a:p>
          <a:p>
            <a:r>
              <a:rPr lang="fr-BE" sz="1400" dirty="0" err="1">
                <a:latin typeface="Helvetica Neue"/>
              </a:rPr>
              <a:t>Which</a:t>
            </a:r>
            <a:r>
              <a:rPr lang="fr-BE" sz="1400" dirty="0">
                <a:latin typeface="Helvetica Neue"/>
              </a:rPr>
              <a:t>?</a:t>
            </a:r>
            <a:endParaRPr lang="LID4096" sz="1800" dirty="0"/>
          </a:p>
        </p:txBody>
      </p:sp>
      <p:sp>
        <p:nvSpPr>
          <p:cNvPr id="18" name="Rectangle 17">
            <a:extLst>
              <a:ext uri="{FF2B5EF4-FFF2-40B4-BE49-F238E27FC236}">
                <a16:creationId xmlns:a16="http://schemas.microsoft.com/office/drawing/2014/main" id="{63CBA751-E32A-A197-8BE3-40513A377DC3}"/>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2048436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4ED51-1653-1383-B23B-71B3FD73246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4C3741F-4208-5071-6EF5-9AE41F6E374F}"/>
              </a:ext>
            </a:extLst>
          </p:cNvPr>
          <p:cNvSpPr txBox="1"/>
          <p:nvPr/>
        </p:nvSpPr>
        <p:spPr>
          <a:xfrm>
            <a:off x="7776286" y="1327867"/>
            <a:ext cx="3787064" cy="307777"/>
          </a:xfrm>
          <a:prstGeom prst="rect">
            <a:avLst/>
          </a:prstGeom>
          <a:noFill/>
        </p:spPr>
        <p:txBody>
          <a:bodyPr wrap="square">
            <a:spAutoFit/>
          </a:bodyPr>
          <a:lstStyle/>
          <a:p>
            <a:r>
              <a:rPr lang="fr-BE" sz="1400" b="0" i="0" dirty="0">
                <a:solidFill>
                  <a:schemeClr val="tx1"/>
                </a:solidFill>
                <a:effectLst/>
                <a:latin typeface="+mn-lt"/>
              </a:rPr>
              <a:t>Lei et al., (2017) </a:t>
            </a:r>
            <a:r>
              <a:rPr lang="fr-BE" sz="1400" b="0" i="0" dirty="0" err="1">
                <a:solidFill>
                  <a:schemeClr val="tx1"/>
                </a:solidFill>
                <a:effectLst/>
                <a:latin typeface="+mn-lt"/>
              </a:rPr>
              <a:t>Frontiers</a:t>
            </a:r>
            <a:r>
              <a:rPr lang="fr-BE" sz="1400" b="0" i="0" dirty="0">
                <a:solidFill>
                  <a:schemeClr val="tx1"/>
                </a:solidFill>
                <a:effectLst/>
                <a:latin typeface="+mn-lt"/>
              </a:rPr>
              <a:t> in Neuroscience</a:t>
            </a:r>
          </a:p>
        </p:txBody>
      </p:sp>
      <p:sp>
        <p:nvSpPr>
          <p:cNvPr id="12" name="TextBox 11">
            <a:extLst>
              <a:ext uri="{FF2B5EF4-FFF2-40B4-BE49-F238E27FC236}">
                <a16:creationId xmlns:a16="http://schemas.microsoft.com/office/drawing/2014/main" id="{B228870A-70AB-14CE-8305-733378C03C85}"/>
              </a:ext>
            </a:extLst>
          </p:cNvPr>
          <p:cNvSpPr txBox="1"/>
          <p:nvPr/>
        </p:nvSpPr>
        <p:spPr>
          <a:xfrm>
            <a:off x="7776286" y="1020090"/>
            <a:ext cx="1619834" cy="307777"/>
          </a:xfrm>
          <a:prstGeom prst="rect">
            <a:avLst/>
          </a:prstGeom>
          <a:noFill/>
        </p:spPr>
        <p:txBody>
          <a:bodyPr wrap="square">
            <a:spAutoFit/>
          </a:bodyPr>
          <a:lstStyle/>
          <a:p>
            <a:r>
              <a:rPr lang="fr-BE" sz="1400" b="0" i="0" dirty="0">
                <a:solidFill>
                  <a:schemeClr val="tx1"/>
                </a:solidFill>
                <a:effectLst/>
                <a:latin typeface="+mn-lt"/>
              </a:rPr>
              <a:t>MM = </a:t>
            </a:r>
            <a:r>
              <a:rPr lang="fr-BE" sz="1400" b="0" i="0" dirty="0" err="1">
                <a:solidFill>
                  <a:schemeClr val="tx1"/>
                </a:solidFill>
                <a:effectLst/>
                <a:latin typeface="+mn-lt"/>
              </a:rPr>
              <a:t>mastoids</a:t>
            </a:r>
            <a:endParaRPr lang="fr-BE" sz="1400" b="0" i="0" dirty="0">
              <a:solidFill>
                <a:schemeClr val="tx1"/>
              </a:solidFill>
              <a:effectLst/>
              <a:latin typeface="+mn-lt"/>
            </a:endParaRPr>
          </a:p>
        </p:txBody>
      </p:sp>
      <p:pic>
        <p:nvPicPr>
          <p:cNvPr id="4" name="Picture 3">
            <a:extLst>
              <a:ext uri="{FF2B5EF4-FFF2-40B4-BE49-F238E27FC236}">
                <a16:creationId xmlns:a16="http://schemas.microsoft.com/office/drawing/2014/main" id="{CCFA0D47-EF1B-B15C-6D45-7E02AC8C9F29}"/>
              </a:ext>
            </a:extLst>
          </p:cNvPr>
          <p:cNvPicPr>
            <a:picLocks noChangeAspect="1"/>
          </p:cNvPicPr>
          <p:nvPr/>
        </p:nvPicPr>
        <p:blipFill>
          <a:blip r:embed="rId2"/>
          <a:stretch>
            <a:fillRect/>
          </a:stretch>
        </p:blipFill>
        <p:spPr>
          <a:xfrm>
            <a:off x="1064497" y="1020090"/>
            <a:ext cx="6190060" cy="916275"/>
          </a:xfrm>
          <a:prstGeom prst="rect">
            <a:avLst/>
          </a:prstGeom>
        </p:spPr>
      </p:pic>
      <p:pic>
        <p:nvPicPr>
          <p:cNvPr id="5" name="Picture 4">
            <a:extLst>
              <a:ext uri="{FF2B5EF4-FFF2-40B4-BE49-F238E27FC236}">
                <a16:creationId xmlns:a16="http://schemas.microsoft.com/office/drawing/2014/main" id="{4795AB0B-56C6-649B-726B-9B6747AC63B6}"/>
              </a:ext>
            </a:extLst>
          </p:cNvPr>
          <p:cNvPicPr>
            <a:picLocks noChangeAspect="1"/>
          </p:cNvPicPr>
          <p:nvPr/>
        </p:nvPicPr>
        <p:blipFill>
          <a:blip r:embed="rId3"/>
          <a:stretch>
            <a:fillRect/>
          </a:stretch>
        </p:blipFill>
        <p:spPr>
          <a:xfrm>
            <a:off x="1139507" y="2989935"/>
            <a:ext cx="6086475" cy="2847975"/>
          </a:xfrm>
          <a:prstGeom prst="rect">
            <a:avLst/>
          </a:prstGeom>
        </p:spPr>
      </p:pic>
      <p:sp>
        <p:nvSpPr>
          <p:cNvPr id="9" name="TextBox 8">
            <a:extLst>
              <a:ext uri="{FF2B5EF4-FFF2-40B4-BE49-F238E27FC236}">
                <a16:creationId xmlns:a16="http://schemas.microsoft.com/office/drawing/2014/main" id="{FFF057AC-D56D-4745-F6C0-7ED2EA591C6B}"/>
              </a:ext>
            </a:extLst>
          </p:cNvPr>
          <p:cNvSpPr txBox="1"/>
          <p:nvPr/>
        </p:nvSpPr>
        <p:spPr>
          <a:xfrm>
            <a:off x="7690560" y="4260033"/>
            <a:ext cx="4025189" cy="307777"/>
          </a:xfrm>
          <a:prstGeom prst="rect">
            <a:avLst/>
          </a:prstGeom>
          <a:noFill/>
        </p:spPr>
        <p:txBody>
          <a:bodyPr wrap="square">
            <a:spAutoFit/>
          </a:bodyPr>
          <a:lstStyle/>
          <a:p>
            <a:r>
              <a:rPr lang="fr-BE" sz="1400" b="0" i="0" dirty="0">
                <a:solidFill>
                  <a:schemeClr val="tx1"/>
                </a:solidFill>
                <a:effectLst/>
                <a:latin typeface="+mn-lt"/>
              </a:rPr>
              <a:t>Chella et al., (201</a:t>
            </a:r>
            <a:r>
              <a:rPr lang="fr-BE" sz="1400" dirty="0"/>
              <a:t>6</a:t>
            </a:r>
            <a:r>
              <a:rPr lang="fr-BE" sz="1400" b="0" i="0" dirty="0">
                <a:solidFill>
                  <a:schemeClr val="tx1"/>
                </a:solidFill>
                <a:effectLst/>
                <a:latin typeface="+mn-lt"/>
              </a:rPr>
              <a:t>) Journal of Neural Engineering</a:t>
            </a:r>
          </a:p>
        </p:txBody>
      </p:sp>
      <p:sp>
        <p:nvSpPr>
          <p:cNvPr id="14" name="TextBox 13">
            <a:extLst>
              <a:ext uri="{FF2B5EF4-FFF2-40B4-BE49-F238E27FC236}">
                <a16:creationId xmlns:a16="http://schemas.microsoft.com/office/drawing/2014/main" id="{F2A1BD5F-A322-E3E9-7112-2013BE88EC9B}"/>
              </a:ext>
            </a:extLst>
          </p:cNvPr>
          <p:cNvSpPr txBox="1"/>
          <p:nvPr/>
        </p:nvSpPr>
        <p:spPr>
          <a:xfrm>
            <a:off x="7928686" y="3353715"/>
            <a:ext cx="1619834" cy="307777"/>
          </a:xfrm>
          <a:prstGeom prst="rect">
            <a:avLst/>
          </a:prstGeom>
          <a:noFill/>
        </p:spPr>
        <p:txBody>
          <a:bodyPr wrap="square">
            <a:spAutoFit/>
          </a:bodyPr>
          <a:lstStyle/>
          <a:p>
            <a:r>
              <a:rPr lang="fr-BE" sz="1400" b="0" i="0" dirty="0" err="1">
                <a:solidFill>
                  <a:schemeClr val="tx1"/>
                </a:solidFill>
                <a:effectLst/>
                <a:latin typeface="+mn-lt"/>
              </a:rPr>
              <a:t>DLM</a:t>
            </a:r>
            <a:r>
              <a:rPr lang="fr-BE" sz="1400" b="0" i="0" dirty="0">
                <a:solidFill>
                  <a:schemeClr val="tx1"/>
                </a:solidFill>
                <a:effectLst/>
                <a:latin typeface="+mn-lt"/>
              </a:rPr>
              <a:t> = </a:t>
            </a:r>
            <a:r>
              <a:rPr lang="fr-BE" sz="1400" b="0" i="0" dirty="0" err="1">
                <a:solidFill>
                  <a:schemeClr val="tx1"/>
                </a:solidFill>
                <a:effectLst/>
                <a:latin typeface="+mn-lt"/>
              </a:rPr>
              <a:t>mastoids</a:t>
            </a:r>
            <a:endParaRPr lang="fr-BE" sz="1400" b="0" i="0" dirty="0">
              <a:solidFill>
                <a:schemeClr val="tx1"/>
              </a:solidFill>
              <a:effectLst/>
              <a:latin typeface="+mn-lt"/>
            </a:endParaRPr>
          </a:p>
        </p:txBody>
      </p:sp>
      <p:sp>
        <p:nvSpPr>
          <p:cNvPr id="16" name="Content Placeholder 2">
            <a:extLst>
              <a:ext uri="{FF2B5EF4-FFF2-40B4-BE49-F238E27FC236}">
                <a16:creationId xmlns:a16="http://schemas.microsoft.com/office/drawing/2014/main" id="{24BB9079-9C80-D847-9AE2-8F8E0B59F82D}"/>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18" name="Content Placeholder 2">
            <a:extLst>
              <a:ext uri="{FF2B5EF4-FFF2-40B4-BE49-F238E27FC236}">
                <a16:creationId xmlns:a16="http://schemas.microsoft.com/office/drawing/2014/main" id="{3A44E6F7-672A-05B7-B516-A577966B4D19}"/>
              </a:ext>
            </a:extLst>
          </p:cNvPr>
          <p:cNvSpPr txBox="1">
            <a:spLocks/>
          </p:cNvSpPr>
          <p:nvPr/>
        </p:nvSpPr>
        <p:spPr>
          <a:xfrm>
            <a:off x="1126274" y="-9525"/>
            <a:ext cx="1123951" cy="712602"/>
          </a:xfrm>
          <a:prstGeom prst="rect">
            <a:avLst/>
          </a:prstGeom>
          <a:solidFill>
            <a:schemeClr val="bg1">
              <a:lumMod val="75000"/>
            </a:schemeClr>
          </a:solidFill>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Reference</a:t>
            </a:r>
          </a:p>
          <a:p>
            <a:r>
              <a:rPr lang="fr-BE" sz="1400" dirty="0" err="1">
                <a:latin typeface="Helvetica Neue"/>
              </a:rPr>
              <a:t>Which</a:t>
            </a:r>
            <a:r>
              <a:rPr lang="fr-BE" sz="1400" dirty="0">
                <a:latin typeface="Helvetica Neue"/>
              </a:rPr>
              <a:t>?</a:t>
            </a:r>
            <a:endParaRPr lang="LID4096" sz="1800" dirty="0"/>
          </a:p>
        </p:txBody>
      </p:sp>
      <p:sp>
        <p:nvSpPr>
          <p:cNvPr id="21" name="Rectangle 20">
            <a:extLst>
              <a:ext uri="{FF2B5EF4-FFF2-40B4-BE49-F238E27FC236}">
                <a16:creationId xmlns:a16="http://schemas.microsoft.com/office/drawing/2014/main" id="{00663EE5-E4B4-F94C-3206-7576489CC04F}"/>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1892449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E9789-9D1E-C394-BA5E-04DF5EDCC03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4B0BBC5-34B2-68A6-C36F-6FAF510C1980}"/>
              </a:ext>
            </a:extLst>
          </p:cNvPr>
          <p:cNvSpPr txBox="1"/>
          <p:nvPr/>
        </p:nvSpPr>
        <p:spPr>
          <a:xfrm>
            <a:off x="7690560" y="1425967"/>
            <a:ext cx="3787064" cy="307777"/>
          </a:xfrm>
          <a:prstGeom prst="rect">
            <a:avLst/>
          </a:prstGeom>
          <a:noFill/>
        </p:spPr>
        <p:txBody>
          <a:bodyPr wrap="square">
            <a:spAutoFit/>
          </a:bodyPr>
          <a:lstStyle/>
          <a:p>
            <a:r>
              <a:rPr lang="" sz="1400" dirty="0"/>
              <a:t>Trujillo</a:t>
            </a:r>
            <a:r>
              <a:rPr lang="fr-BE" sz="1400" b="0" i="0" dirty="0">
                <a:solidFill>
                  <a:schemeClr val="tx1"/>
                </a:solidFill>
                <a:effectLst/>
                <a:latin typeface="+mn-lt"/>
              </a:rPr>
              <a:t> et al</a:t>
            </a:r>
            <a:r>
              <a:rPr lang="fr-BE" sz="1400" dirty="0"/>
              <a:t>., (2017) </a:t>
            </a:r>
            <a:r>
              <a:rPr lang="fr-BE" sz="1400" dirty="0" err="1"/>
              <a:t>Frontiers</a:t>
            </a:r>
            <a:r>
              <a:rPr lang="fr-BE" sz="1400" dirty="0"/>
              <a:t> in Neuroscience </a:t>
            </a:r>
            <a:endParaRPr lang="fr-BE" sz="1400" b="0" i="0" dirty="0">
              <a:solidFill>
                <a:schemeClr val="tx1"/>
              </a:solidFill>
              <a:effectLst/>
              <a:latin typeface="+mn-lt"/>
            </a:endParaRPr>
          </a:p>
        </p:txBody>
      </p:sp>
      <p:sp>
        <p:nvSpPr>
          <p:cNvPr id="12" name="TextBox 11">
            <a:extLst>
              <a:ext uri="{FF2B5EF4-FFF2-40B4-BE49-F238E27FC236}">
                <a16:creationId xmlns:a16="http://schemas.microsoft.com/office/drawing/2014/main" id="{F91D2CDC-1137-8350-F74B-97FD660B3F0A}"/>
              </a:ext>
            </a:extLst>
          </p:cNvPr>
          <p:cNvSpPr txBox="1"/>
          <p:nvPr/>
        </p:nvSpPr>
        <p:spPr>
          <a:xfrm>
            <a:off x="7776286" y="1020090"/>
            <a:ext cx="1619834" cy="307777"/>
          </a:xfrm>
          <a:prstGeom prst="rect">
            <a:avLst/>
          </a:prstGeom>
          <a:noFill/>
        </p:spPr>
        <p:txBody>
          <a:bodyPr wrap="square">
            <a:spAutoFit/>
          </a:bodyPr>
          <a:lstStyle/>
          <a:p>
            <a:r>
              <a:rPr lang="fr-BE" sz="1400" b="0" i="0" dirty="0">
                <a:solidFill>
                  <a:schemeClr val="tx1"/>
                </a:solidFill>
                <a:effectLst/>
                <a:latin typeface="+mn-lt"/>
              </a:rPr>
              <a:t>LM = </a:t>
            </a:r>
            <a:r>
              <a:rPr lang="fr-BE" sz="1400" b="0" i="0" dirty="0" err="1">
                <a:solidFill>
                  <a:schemeClr val="tx1"/>
                </a:solidFill>
                <a:effectLst/>
                <a:latin typeface="+mn-lt"/>
              </a:rPr>
              <a:t>mastoids</a:t>
            </a:r>
            <a:endParaRPr lang="fr-BE" sz="1400" b="0" i="0" dirty="0">
              <a:solidFill>
                <a:schemeClr val="tx1"/>
              </a:solidFill>
              <a:effectLst/>
              <a:latin typeface="+mn-lt"/>
            </a:endParaRPr>
          </a:p>
        </p:txBody>
      </p:sp>
      <p:sp>
        <p:nvSpPr>
          <p:cNvPr id="9" name="TextBox 8">
            <a:extLst>
              <a:ext uri="{FF2B5EF4-FFF2-40B4-BE49-F238E27FC236}">
                <a16:creationId xmlns:a16="http://schemas.microsoft.com/office/drawing/2014/main" id="{3C151026-8F16-1AC0-BFE3-5B764D09615A}"/>
              </a:ext>
            </a:extLst>
          </p:cNvPr>
          <p:cNvSpPr txBox="1"/>
          <p:nvPr/>
        </p:nvSpPr>
        <p:spPr>
          <a:xfrm>
            <a:off x="7690560" y="4260033"/>
            <a:ext cx="4025189" cy="307777"/>
          </a:xfrm>
          <a:prstGeom prst="rect">
            <a:avLst/>
          </a:prstGeom>
          <a:noFill/>
        </p:spPr>
        <p:txBody>
          <a:bodyPr wrap="square">
            <a:spAutoFit/>
          </a:bodyPr>
          <a:lstStyle/>
          <a:p>
            <a:r>
              <a:rPr lang="fr-BE" sz="1400" b="0" i="0" dirty="0">
                <a:solidFill>
                  <a:schemeClr val="tx1"/>
                </a:solidFill>
                <a:effectLst/>
                <a:latin typeface="+mn-lt"/>
              </a:rPr>
              <a:t>Hu et al., (2018) Journal of Neural Engineering</a:t>
            </a:r>
          </a:p>
        </p:txBody>
      </p:sp>
      <p:pic>
        <p:nvPicPr>
          <p:cNvPr id="2" name="Picture 1">
            <a:extLst>
              <a:ext uri="{FF2B5EF4-FFF2-40B4-BE49-F238E27FC236}">
                <a16:creationId xmlns:a16="http://schemas.microsoft.com/office/drawing/2014/main" id="{E0A8ED17-D7CD-7AEC-21C7-25D385344AAE}"/>
              </a:ext>
            </a:extLst>
          </p:cNvPr>
          <p:cNvPicPr>
            <a:picLocks noChangeAspect="1"/>
          </p:cNvPicPr>
          <p:nvPr/>
        </p:nvPicPr>
        <p:blipFill>
          <a:blip r:embed="rId2"/>
          <a:stretch>
            <a:fillRect/>
          </a:stretch>
        </p:blipFill>
        <p:spPr>
          <a:xfrm>
            <a:off x="862890" y="924840"/>
            <a:ext cx="5947630" cy="2428875"/>
          </a:xfrm>
          <a:prstGeom prst="rect">
            <a:avLst/>
          </a:prstGeom>
        </p:spPr>
      </p:pic>
      <p:pic>
        <p:nvPicPr>
          <p:cNvPr id="3" name="Picture 2">
            <a:extLst>
              <a:ext uri="{FF2B5EF4-FFF2-40B4-BE49-F238E27FC236}">
                <a16:creationId xmlns:a16="http://schemas.microsoft.com/office/drawing/2014/main" id="{F2B58501-20E0-80DD-8C67-45DB874A9C04}"/>
              </a:ext>
            </a:extLst>
          </p:cNvPr>
          <p:cNvPicPr>
            <a:picLocks noChangeAspect="1"/>
          </p:cNvPicPr>
          <p:nvPr/>
        </p:nvPicPr>
        <p:blipFill>
          <a:blip r:embed="rId3"/>
          <a:stretch>
            <a:fillRect/>
          </a:stretch>
        </p:blipFill>
        <p:spPr>
          <a:xfrm>
            <a:off x="695324" y="3838575"/>
            <a:ext cx="7025719" cy="1488403"/>
          </a:xfrm>
          <a:prstGeom prst="rect">
            <a:avLst/>
          </a:prstGeom>
        </p:spPr>
      </p:pic>
      <p:sp>
        <p:nvSpPr>
          <p:cNvPr id="10" name="Content Placeholder 2">
            <a:extLst>
              <a:ext uri="{FF2B5EF4-FFF2-40B4-BE49-F238E27FC236}">
                <a16:creationId xmlns:a16="http://schemas.microsoft.com/office/drawing/2014/main" id="{76B2BB7A-8B19-EED9-F11D-0E6D66764602}"/>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13" name="Content Placeholder 2">
            <a:extLst>
              <a:ext uri="{FF2B5EF4-FFF2-40B4-BE49-F238E27FC236}">
                <a16:creationId xmlns:a16="http://schemas.microsoft.com/office/drawing/2014/main" id="{FDFE40C9-1D0F-1AB2-974C-C09862C0CC6B}"/>
              </a:ext>
            </a:extLst>
          </p:cNvPr>
          <p:cNvSpPr txBox="1">
            <a:spLocks/>
          </p:cNvSpPr>
          <p:nvPr/>
        </p:nvSpPr>
        <p:spPr>
          <a:xfrm>
            <a:off x="1126274" y="-9525"/>
            <a:ext cx="1123951" cy="712602"/>
          </a:xfrm>
          <a:prstGeom prst="rect">
            <a:avLst/>
          </a:prstGeom>
          <a:solidFill>
            <a:schemeClr val="bg1">
              <a:lumMod val="75000"/>
            </a:schemeClr>
          </a:solidFill>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Reference</a:t>
            </a:r>
          </a:p>
          <a:p>
            <a:r>
              <a:rPr lang="fr-BE" sz="1400" dirty="0" err="1">
                <a:latin typeface="Helvetica Neue"/>
              </a:rPr>
              <a:t>Which</a:t>
            </a:r>
            <a:r>
              <a:rPr lang="fr-BE" sz="1400" dirty="0">
                <a:latin typeface="Helvetica Neue"/>
              </a:rPr>
              <a:t>?</a:t>
            </a:r>
            <a:endParaRPr lang="LID4096" sz="1800" dirty="0"/>
          </a:p>
        </p:txBody>
      </p:sp>
      <p:sp>
        <p:nvSpPr>
          <p:cNvPr id="16" name="Rectangle 15">
            <a:extLst>
              <a:ext uri="{FF2B5EF4-FFF2-40B4-BE49-F238E27FC236}">
                <a16:creationId xmlns:a16="http://schemas.microsoft.com/office/drawing/2014/main" id="{C8671EC9-3A32-A921-3A02-5B4AFD7ACCFE}"/>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3198358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8B00E-6491-3CB5-1E8A-5F3B145C4D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7861A0C-B1F6-54EB-C7C0-9028ACBCE7A7}"/>
              </a:ext>
            </a:extLst>
          </p:cNvPr>
          <p:cNvPicPr>
            <a:picLocks noChangeAspect="1"/>
          </p:cNvPicPr>
          <p:nvPr/>
        </p:nvPicPr>
        <p:blipFill>
          <a:blip r:embed="rId2"/>
          <a:stretch>
            <a:fillRect/>
          </a:stretch>
        </p:blipFill>
        <p:spPr>
          <a:xfrm>
            <a:off x="1697775" y="781050"/>
            <a:ext cx="7881415" cy="5295900"/>
          </a:xfrm>
          <a:prstGeom prst="rect">
            <a:avLst/>
          </a:prstGeom>
        </p:spPr>
      </p:pic>
      <p:sp>
        <p:nvSpPr>
          <p:cNvPr id="6" name="TextBox 5">
            <a:extLst>
              <a:ext uri="{FF2B5EF4-FFF2-40B4-BE49-F238E27FC236}">
                <a16:creationId xmlns:a16="http://schemas.microsoft.com/office/drawing/2014/main" id="{28771E34-56FC-2EAF-8948-6CDDC3460B78}"/>
              </a:ext>
            </a:extLst>
          </p:cNvPr>
          <p:cNvSpPr txBox="1"/>
          <p:nvPr/>
        </p:nvSpPr>
        <p:spPr>
          <a:xfrm>
            <a:off x="9801225" y="2905780"/>
            <a:ext cx="2562225" cy="523220"/>
          </a:xfrm>
          <a:prstGeom prst="rect">
            <a:avLst/>
          </a:prstGeom>
          <a:noFill/>
        </p:spPr>
        <p:txBody>
          <a:bodyPr wrap="square">
            <a:spAutoFit/>
          </a:bodyPr>
          <a:lstStyle/>
          <a:p>
            <a:r>
              <a:rPr lang="fr-BE" sz="1400" b="0" i="0" dirty="0">
                <a:solidFill>
                  <a:schemeClr val="tx1"/>
                </a:solidFill>
                <a:effectLst/>
                <a:latin typeface="+mn-lt"/>
              </a:rPr>
              <a:t>Yao et al., (2019) Brain </a:t>
            </a:r>
            <a:r>
              <a:rPr lang="fr-BE" sz="1400" b="0" i="0" dirty="0" err="1">
                <a:solidFill>
                  <a:schemeClr val="tx1"/>
                </a:solidFill>
                <a:effectLst/>
                <a:latin typeface="+mn-lt"/>
              </a:rPr>
              <a:t>Topography</a:t>
            </a:r>
            <a:endParaRPr lang="LID4096" sz="1400" dirty="0"/>
          </a:p>
        </p:txBody>
      </p:sp>
      <p:pic>
        <p:nvPicPr>
          <p:cNvPr id="4" name="Graphic 3" descr="Trophy with solid fill">
            <a:extLst>
              <a:ext uri="{FF2B5EF4-FFF2-40B4-BE49-F238E27FC236}">
                <a16:creationId xmlns:a16="http://schemas.microsoft.com/office/drawing/2014/main" id="{E79AD5ED-78C2-B789-FCCD-E0FAA19B04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60534" y="1538615"/>
            <a:ext cx="1057275" cy="1057275"/>
          </a:xfrm>
          <a:prstGeom prst="rect">
            <a:avLst/>
          </a:prstGeom>
        </p:spPr>
      </p:pic>
      <p:sp>
        <p:nvSpPr>
          <p:cNvPr id="8" name="Content Placeholder 2">
            <a:extLst>
              <a:ext uri="{FF2B5EF4-FFF2-40B4-BE49-F238E27FC236}">
                <a16:creationId xmlns:a16="http://schemas.microsoft.com/office/drawing/2014/main" id="{DB3BCB49-BCB5-5E6C-B101-4812A4C881B6}"/>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10" name="Content Placeholder 2">
            <a:extLst>
              <a:ext uri="{FF2B5EF4-FFF2-40B4-BE49-F238E27FC236}">
                <a16:creationId xmlns:a16="http://schemas.microsoft.com/office/drawing/2014/main" id="{AB581D04-05C9-038E-046F-61AAB128698B}"/>
              </a:ext>
            </a:extLst>
          </p:cNvPr>
          <p:cNvSpPr txBox="1">
            <a:spLocks/>
          </p:cNvSpPr>
          <p:nvPr/>
        </p:nvSpPr>
        <p:spPr>
          <a:xfrm>
            <a:off x="1126274" y="-9525"/>
            <a:ext cx="1123951" cy="712602"/>
          </a:xfrm>
          <a:prstGeom prst="rect">
            <a:avLst/>
          </a:prstGeom>
          <a:solidFill>
            <a:schemeClr val="bg1">
              <a:lumMod val="75000"/>
            </a:schemeClr>
          </a:solidFill>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Reference</a:t>
            </a:r>
          </a:p>
          <a:p>
            <a:r>
              <a:rPr lang="fr-BE" sz="1400" dirty="0" err="1">
                <a:latin typeface="Helvetica Neue"/>
              </a:rPr>
              <a:t>Which</a:t>
            </a:r>
            <a:r>
              <a:rPr lang="fr-BE" sz="1400" dirty="0">
                <a:latin typeface="Helvetica Neue"/>
              </a:rPr>
              <a:t>?</a:t>
            </a:r>
            <a:endParaRPr lang="LID4096" sz="1800" dirty="0"/>
          </a:p>
        </p:txBody>
      </p:sp>
      <p:sp>
        <p:nvSpPr>
          <p:cNvPr id="12" name="Rectangle 11">
            <a:extLst>
              <a:ext uri="{FF2B5EF4-FFF2-40B4-BE49-F238E27FC236}">
                <a16:creationId xmlns:a16="http://schemas.microsoft.com/office/drawing/2014/main" id="{C4F0AAD0-8B76-C257-5C7B-D2302367BDE2}"/>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1211490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76A74-9B00-0F35-82EC-1AEBC77AD57C}"/>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9DACBF39-096B-6C2E-ABDF-55C966BA0CCD}"/>
              </a:ext>
            </a:extLst>
          </p:cNvPr>
          <p:cNvSpPr txBox="1">
            <a:spLocks/>
          </p:cNvSpPr>
          <p:nvPr/>
        </p:nvSpPr>
        <p:spPr>
          <a:xfrm>
            <a:off x="2250224" y="0"/>
            <a:ext cx="1123951" cy="712602"/>
          </a:xfrm>
          <a:prstGeom prst="rect">
            <a:avLst/>
          </a:prstGeom>
          <a:solidFill>
            <a:schemeClr val="bg1">
              <a:lumMod val="65000"/>
            </a:schemeClr>
          </a:solidFill>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Trial rejection</a:t>
            </a:r>
          </a:p>
          <a:p>
            <a:r>
              <a:rPr lang="fr-BE" sz="1400" dirty="0">
                <a:latin typeface="Helvetica Neue"/>
              </a:rPr>
              <a:t>How?</a:t>
            </a:r>
            <a:endParaRPr lang="LID4096" sz="1800" dirty="0"/>
          </a:p>
        </p:txBody>
      </p:sp>
      <p:sp>
        <p:nvSpPr>
          <p:cNvPr id="8" name="Content Placeholder 2">
            <a:extLst>
              <a:ext uri="{FF2B5EF4-FFF2-40B4-BE49-F238E27FC236}">
                <a16:creationId xmlns:a16="http://schemas.microsoft.com/office/drawing/2014/main" id="{0BE30825-7406-1CAC-B555-279A01E9CC4C}"/>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10" name="Content Placeholder 2">
            <a:extLst>
              <a:ext uri="{FF2B5EF4-FFF2-40B4-BE49-F238E27FC236}">
                <a16:creationId xmlns:a16="http://schemas.microsoft.com/office/drawing/2014/main" id="{B4B92DA6-7B73-39FC-8C7B-2F29DB5A16BC}"/>
              </a:ext>
            </a:extLst>
          </p:cNvPr>
          <p:cNvSpPr txBox="1">
            <a:spLocks/>
          </p:cNvSpPr>
          <p:nvPr/>
        </p:nvSpPr>
        <p:spPr>
          <a:xfrm>
            <a:off x="1126274" y="-9525"/>
            <a:ext cx="1123951" cy="712602"/>
          </a:xfrm>
          <a:prstGeom prst="rect">
            <a:avLst/>
          </a:prstGeom>
          <a:solidFill>
            <a:schemeClr val="bg1">
              <a:lumMod val="75000"/>
            </a:schemeClr>
          </a:solidFill>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Reference</a:t>
            </a:r>
          </a:p>
          <a:p>
            <a:r>
              <a:rPr lang="fr-BE" sz="1400" dirty="0" err="1">
                <a:latin typeface="Helvetica Neue"/>
              </a:rPr>
              <a:t>Which</a:t>
            </a:r>
            <a:r>
              <a:rPr lang="fr-BE" sz="1400" dirty="0">
                <a:latin typeface="Helvetica Neue"/>
              </a:rPr>
              <a:t>?</a:t>
            </a:r>
            <a:endParaRPr lang="LID4096" sz="1800" dirty="0"/>
          </a:p>
        </p:txBody>
      </p:sp>
      <p:sp>
        <p:nvSpPr>
          <p:cNvPr id="12" name="Rectangle 11">
            <a:extLst>
              <a:ext uri="{FF2B5EF4-FFF2-40B4-BE49-F238E27FC236}">
                <a16:creationId xmlns:a16="http://schemas.microsoft.com/office/drawing/2014/main" id="{BA132E7B-17F9-62BC-630C-EDA82D321090}"/>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41" name="Picture 40">
            <a:extLst>
              <a:ext uri="{FF2B5EF4-FFF2-40B4-BE49-F238E27FC236}">
                <a16:creationId xmlns:a16="http://schemas.microsoft.com/office/drawing/2014/main" id="{8DC71F4D-A4B2-723D-3029-DB1031F8806B}"/>
              </a:ext>
            </a:extLst>
          </p:cNvPr>
          <p:cNvPicPr>
            <a:picLocks noChangeAspect="1"/>
          </p:cNvPicPr>
          <p:nvPr/>
        </p:nvPicPr>
        <p:blipFill>
          <a:blip r:embed="rId2"/>
          <a:srcRect r="5678"/>
          <a:stretch>
            <a:fillRect/>
          </a:stretch>
        </p:blipFill>
        <p:spPr>
          <a:xfrm>
            <a:off x="38099" y="2539092"/>
            <a:ext cx="12115801" cy="3371850"/>
          </a:xfrm>
          <a:prstGeom prst="rect">
            <a:avLst/>
          </a:prstGeom>
        </p:spPr>
      </p:pic>
      <p:sp>
        <p:nvSpPr>
          <p:cNvPr id="43" name="TextBox 42">
            <a:extLst>
              <a:ext uri="{FF2B5EF4-FFF2-40B4-BE49-F238E27FC236}">
                <a16:creationId xmlns:a16="http://schemas.microsoft.com/office/drawing/2014/main" id="{ECA17992-0CF0-E65A-7B03-229C663597E5}"/>
              </a:ext>
            </a:extLst>
          </p:cNvPr>
          <p:cNvSpPr txBox="1"/>
          <p:nvPr/>
        </p:nvSpPr>
        <p:spPr>
          <a:xfrm>
            <a:off x="466724" y="817102"/>
            <a:ext cx="10715625" cy="1323439"/>
          </a:xfrm>
          <a:prstGeom prst="rect">
            <a:avLst/>
          </a:prstGeom>
          <a:noFill/>
        </p:spPr>
        <p:txBody>
          <a:bodyPr wrap="square">
            <a:spAutoFit/>
          </a:bodyPr>
          <a:lstStyle/>
          <a:p>
            <a:pPr marL="285750" indent="-285750">
              <a:buFontTx/>
              <a:buChar char="-"/>
            </a:pPr>
            <a:r>
              <a:rPr lang="en-US" sz="1600" b="0" i="0" u="none" strike="noStrike" kern="0" dirty="0">
                <a:effectLst/>
                <a:ea typeface="Times New Roman" panose="02020603050405020304" pitchFamily="18" charset="0"/>
                <a:cs typeface="Times New Roman" panose="02020603050405020304" pitchFamily="18" charset="0"/>
              </a:rPr>
              <a:t>Removing artifacts at the epoch stage is one of the many problems that researchers face when using EEG. The literature varies from manual visual rejection to subjective or automatic thresholds rejection based on peak-to-peak amplitude </a:t>
            </a:r>
            <a:r>
              <a:rPr lang="en-US" sz="1600" kern="0" baseline="30000" dirty="0">
                <a:ea typeface="Times New Roman" panose="02020603050405020304" pitchFamily="18" charset="0"/>
                <a:cs typeface="Times New Roman" panose="02020603050405020304" pitchFamily="18" charset="0"/>
              </a:rPr>
              <a:t>1,2,3</a:t>
            </a:r>
            <a:r>
              <a:rPr lang="en-US" sz="1600" b="0" i="0" u="none" strike="noStrike" kern="0" dirty="0">
                <a:effectLst/>
                <a:ea typeface="Times New Roman" panose="02020603050405020304" pitchFamily="18" charset="0"/>
                <a:cs typeface="Times New Roman" panose="02020603050405020304" pitchFamily="18" charset="0"/>
              </a:rPr>
              <a:t>. </a:t>
            </a:r>
          </a:p>
          <a:p>
            <a:pPr marL="285750" indent="-285750">
              <a:buFontTx/>
              <a:buChar char="-"/>
            </a:pPr>
            <a:r>
              <a:rPr lang="en-US" sz="1600" b="0" i="0" u="none" strike="noStrike" kern="0" dirty="0">
                <a:effectLst/>
                <a:ea typeface="Times New Roman" panose="02020603050405020304" pitchFamily="18" charset="0"/>
                <a:cs typeface="Times New Roman" panose="02020603050405020304" pitchFamily="18" charset="0"/>
              </a:rPr>
              <a:t>I propose to focus only on the time of interest to automatically detect artifacts, as there is no justification to remove artifacts that precede or follow the event of interest. </a:t>
            </a:r>
          </a:p>
        </p:txBody>
      </p:sp>
      <p:sp>
        <p:nvSpPr>
          <p:cNvPr id="3" name="TextBox 2">
            <a:extLst>
              <a:ext uri="{FF2B5EF4-FFF2-40B4-BE49-F238E27FC236}">
                <a16:creationId xmlns:a16="http://schemas.microsoft.com/office/drawing/2014/main" id="{1851E36D-B998-5A6F-B799-6C44F2B4549F}"/>
              </a:ext>
            </a:extLst>
          </p:cNvPr>
          <p:cNvSpPr txBox="1"/>
          <p:nvPr/>
        </p:nvSpPr>
        <p:spPr>
          <a:xfrm>
            <a:off x="823914" y="6172200"/>
            <a:ext cx="31193916" cy="577081"/>
          </a:xfrm>
          <a:prstGeom prst="rect">
            <a:avLst/>
          </a:prstGeom>
          <a:noFill/>
        </p:spPr>
        <p:txBody>
          <a:bodyPr wrap="square">
            <a:spAutoFit/>
          </a:bodyPr>
          <a:lstStyle/>
          <a:p>
            <a:r>
              <a:rPr lang="en-US" sz="1050" baseline="30000" dirty="0">
                <a:cs typeface="Times New Roman" panose="02020603050405020304" pitchFamily="18" charset="0"/>
              </a:rPr>
              <a:t>1 </a:t>
            </a:r>
            <a:r>
              <a:rPr lang="en-US" sz="1050" dirty="0">
                <a:effectLst/>
                <a:cs typeface="Times New Roman" panose="02020603050405020304" pitchFamily="18" charset="0"/>
              </a:rPr>
              <a:t>Tatum, W. O., </a:t>
            </a:r>
            <a:r>
              <a:rPr lang="en-US" sz="1050" dirty="0" err="1">
                <a:effectLst/>
                <a:cs typeface="Times New Roman" panose="02020603050405020304" pitchFamily="18" charset="0"/>
              </a:rPr>
              <a:t>Dworetzky</a:t>
            </a:r>
            <a:r>
              <a:rPr lang="en-US" sz="1050" dirty="0">
                <a:effectLst/>
                <a:cs typeface="Times New Roman" panose="02020603050405020304" pitchFamily="18" charset="0"/>
              </a:rPr>
              <a:t>, B. A., &amp; </a:t>
            </a:r>
            <a:r>
              <a:rPr lang="en-US" sz="1050" dirty="0" err="1">
                <a:effectLst/>
                <a:cs typeface="Times New Roman" panose="02020603050405020304" pitchFamily="18" charset="0"/>
              </a:rPr>
              <a:t>Schomer</a:t>
            </a:r>
            <a:r>
              <a:rPr lang="en-US" sz="1050" dirty="0">
                <a:effectLst/>
                <a:cs typeface="Times New Roman" panose="02020603050405020304" pitchFamily="18" charset="0"/>
              </a:rPr>
              <a:t>, D. L. (2011). Artifact and Recording Concepts in EEG. Journal of Clinical Neurophysiology, 28(3), 252. </a:t>
            </a:r>
          </a:p>
          <a:p>
            <a:r>
              <a:rPr lang="en-US" sz="1050" baseline="30000" dirty="0">
                <a:effectLst/>
                <a:cs typeface="Times New Roman" panose="02020603050405020304" pitchFamily="18" charset="0"/>
              </a:rPr>
              <a:t>2 </a:t>
            </a:r>
            <a:r>
              <a:rPr lang="en-US" sz="1050" dirty="0">
                <a:effectLst/>
                <a:cs typeface="Times New Roman" panose="02020603050405020304" pitchFamily="18" charset="0"/>
              </a:rPr>
              <a:t>Peng, W. (2019). EEG Preprocessing and Denoising. In L. Hu &amp; Z. Zhang (Eds.), </a:t>
            </a:r>
            <a:r>
              <a:rPr lang="en-US" sz="1050" i="1" dirty="0">
                <a:effectLst/>
                <a:cs typeface="Times New Roman" panose="02020603050405020304" pitchFamily="18" charset="0"/>
              </a:rPr>
              <a:t>EEG Signal Processing and Feature Extraction</a:t>
            </a:r>
            <a:r>
              <a:rPr lang="en-US" sz="1050" dirty="0">
                <a:effectLst/>
                <a:cs typeface="Times New Roman" panose="02020603050405020304" pitchFamily="18" charset="0"/>
              </a:rPr>
              <a:t> (pp. 71–87). Springer. </a:t>
            </a:r>
          </a:p>
          <a:p>
            <a:r>
              <a:rPr lang="en-US" sz="1050" b="1" baseline="30000" dirty="0">
                <a:effectLst/>
                <a:cs typeface="Times New Roman" panose="02020603050405020304" pitchFamily="18" charset="0"/>
              </a:rPr>
              <a:t>3 </a:t>
            </a:r>
            <a:r>
              <a:rPr lang="en-US" sz="1050" b="1" dirty="0">
                <a:effectLst/>
                <a:cs typeface="Times New Roman" panose="02020603050405020304" pitchFamily="18" charset="0"/>
              </a:rPr>
              <a:t>Jas, M., Engemann, D. A., </a:t>
            </a:r>
            <a:r>
              <a:rPr lang="en-US" sz="1050" b="1" dirty="0" err="1">
                <a:effectLst/>
                <a:cs typeface="Times New Roman" panose="02020603050405020304" pitchFamily="18" charset="0"/>
              </a:rPr>
              <a:t>Bekhti</a:t>
            </a:r>
            <a:r>
              <a:rPr lang="en-US" sz="1050" b="1" dirty="0">
                <a:effectLst/>
                <a:cs typeface="Times New Roman" panose="02020603050405020304" pitchFamily="18" charset="0"/>
              </a:rPr>
              <a:t>, Y., Raimondo, F., &amp; </a:t>
            </a:r>
            <a:r>
              <a:rPr lang="en-US" sz="1050" b="1" dirty="0" err="1">
                <a:effectLst/>
                <a:cs typeface="Times New Roman" panose="02020603050405020304" pitchFamily="18" charset="0"/>
              </a:rPr>
              <a:t>Gramfort</a:t>
            </a:r>
            <a:r>
              <a:rPr lang="en-US" sz="1050" b="1" dirty="0">
                <a:effectLst/>
                <a:cs typeface="Times New Roman" panose="02020603050405020304" pitchFamily="18" charset="0"/>
              </a:rPr>
              <a:t>, A. (2017). </a:t>
            </a:r>
            <a:r>
              <a:rPr lang="en-US" sz="1050" b="1" dirty="0" err="1">
                <a:effectLst/>
                <a:cs typeface="Times New Roman" panose="02020603050405020304" pitchFamily="18" charset="0"/>
              </a:rPr>
              <a:t>Autoreject</a:t>
            </a:r>
            <a:r>
              <a:rPr lang="en-US" sz="1050" b="1" dirty="0">
                <a:effectLst/>
                <a:cs typeface="Times New Roman" panose="02020603050405020304" pitchFamily="18" charset="0"/>
              </a:rPr>
              <a:t>: Automated artifact rejection for MEG and EEG data. </a:t>
            </a:r>
            <a:r>
              <a:rPr lang="en-US" sz="1050" b="1" dirty="0" err="1">
                <a:effectLst/>
                <a:cs typeface="Times New Roman" panose="02020603050405020304" pitchFamily="18" charset="0"/>
              </a:rPr>
              <a:t>NeuroImage</a:t>
            </a:r>
            <a:r>
              <a:rPr lang="en-US" sz="1050" b="1" dirty="0">
                <a:effectLst/>
                <a:cs typeface="Times New Roman" panose="02020603050405020304" pitchFamily="18" charset="0"/>
              </a:rPr>
              <a:t>, </a:t>
            </a:r>
          </a:p>
        </p:txBody>
      </p:sp>
    </p:spTree>
    <p:extLst>
      <p:ext uri="{BB962C8B-B14F-4D97-AF65-F5344CB8AC3E}">
        <p14:creationId xmlns:p14="http://schemas.microsoft.com/office/powerpoint/2010/main" val="2662392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D873D-EEB7-C098-D754-9BA8A5149D29}"/>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234AB89-FB31-A21C-8772-39E903471784}"/>
              </a:ext>
            </a:extLst>
          </p:cNvPr>
          <p:cNvSpPr txBox="1">
            <a:spLocks/>
          </p:cNvSpPr>
          <p:nvPr/>
        </p:nvSpPr>
        <p:spPr>
          <a:xfrm>
            <a:off x="2250224" y="0"/>
            <a:ext cx="1123951" cy="712602"/>
          </a:xfrm>
          <a:prstGeom prst="rect">
            <a:avLst/>
          </a:prstGeom>
          <a:solidFill>
            <a:schemeClr val="bg1">
              <a:lumMod val="65000"/>
            </a:schemeClr>
          </a:solidFill>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Trial rejection</a:t>
            </a:r>
          </a:p>
          <a:p>
            <a:r>
              <a:rPr lang="fr-BE" sz="1400" dirty="0">
                <a:latin typeface="Helvetica Neue"/>
              </a:rPr>
              <a:t>How?</a:t>
            </a:r>
            <a:endParaRPr lang="LID4096" sz="1800" dirty="0"/>
          </a:p>
        </p:txBody>
      </p:sp>
      <p:sp>
        <p:nvSpPr>
          <p:cNvPr id="8" name="Content Placeholder 2">
            <a:extLst>
              <a:ext uri="{FF2B5EF4-FFF2-40B4-BE49-F238E27FC236}">
                <a16:creationId xmlns:a16="http://schemas.microsoft.com/office/drawing/2014/main" id="{CDACF198-7791-E8DE-AA77-22436D7F5D8F}"/>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10" name="Content Placeholder 2">
            <a:extLst>
              <a:ext uri="{FF2B5EF4-FFF2-40B4-BE49-F238E27FC236}">
                <a16:creationId xmlns:a16="http://schemas.microsoft.com/office/drawing/2014/main" id="{850F951A-14F3-24C9-C755-AF5C0B502C45}"/>
              </a:ext>
            </a:extLst>
          </p:cNvPr>
          <p:cNvSpPr txBox="1">
            <a:spLocks/>
          </p:cNvSpPr>
          <p:nvPr/>
        </p:nvSpPr>
        <p:spPr>
          <a:xfrm>
            <a:off x="1126274" y="-9525"/>
            <a:ext cx="1123951" cy="712602"/>
          </a:xfrm>
          <a:prstGeom prst="rect">
            <a:avLst/>
          </a:prstGeom>
          <a:solidFill>
            <a:schemeClr val="bg1">
              <a:lumMod val="75000"/>
            </a:schemeClr>
          </a:solidFill>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Reference</a:t>
            </a:r>
          </a:p>
          <a:p>
            <a:r>
              <a:rPr lang="fr-BE" sz="1400" dirty="0" err="1">
                <a:latin typeface="Helvetica Neue"/>
              </a:rPr>
              <a:t>Which</a:t>
            </a:r>
            <a:r>
              <a:rPr lang="fr-BE" sz="1400" dirty="0">
                <a:latin typeface="Helvetica Neue"/>
              </a:rPr>
              <a:t>?</a:t>
            </a:r>
            <a:endParaRPr lang="LID4096" sz="1800" dirty="0"/>
          </a:p>
        </p:txBody>
      </p:sp>
      <p:sp>
        <p:nvSpPr>
          <p:cNvPr id="12" name="Rectangle 11">
            <a:extLst>
              <a:ext uri="{FF2B5EF4-FFF2-40B4-BE49-F238E27FC236}">
                <a16:creationId xmlns:a16="http://schemas.microsoft.com/office/drawing/2014/main" id="{B1D1FD92-AB11-F06C-17FF-3CDE3D5C461B}"/>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3" name="TextBox 42">
            <a:extLst>
              <a:ext uri="{FF2B5EF4-FFF2-40B4-BE49-F238E27FC236}">
                <a16:creationId xmlns:a16="http://schemas.microsoft.com/office/drawing/2014/main" id="{3DB5C4BB-1A1E-FF9A-B184-1849B374BF5D}"/>
              </a:ext>
            </a:extLst>
          </p:cNvPr>
          <p:cNvSpPr txBox="1"/>
          <p:nvPr/>
        </p:nvSpPr>
        <p:spPr>
          <a:xfrm>
            <a:off x="466724" y="817102"/>
            <a:ext cx="10715625" cy="2062103"/>
          </a:xfrm>
          <a:prstGeom prst="rect">
            <a:avLst/>
          </a:prstGeom>
          <a:noFill/>
        </p:spPr>
        <p:txBody>
          <a:bodyPr wrap="square">
            <a:spAutoFit/>
          </a:bodyPr>
          <a:lstStyle/>
          <a:p>
            <a:pPr marL="285750" indent="-285750">
              <a:buFontTx/>
              <a:buChar char="-"/>
            </a:pPr>
            <a:r>
              <a:rPr lang="en-US" sz="1600" b="0" i="0" u="none" strike="noStrike" kern="0" dirty="0">
                <a:effectLst/>
                <a:ea typeface="Times New Roman" panose="02020603050405020304" pitchFamily="18" charset="0"/>
                <a:cs typeface="Times New Roman" panose="02020603050405020304" pitchFamily="18" charset="0"/>
              </a:rPr>
              <a:t>Removing artifacts at the epoch stage is one of the many problems that researchers face when using EEG. The literature varies from manual visual rejection to subjective or automatic thresholds rejection based on peak-to-peak amplitude </a:t>
            </a:r>
            <a:r>
              <a:rPr lang="en-US" sz="1600" kern="0" baseline="30000" dirty="0">
                <a:ea typeface="Times New Roman" panose="02020603050405020304" pitchFamily="18" charset="0"/>
                <a:cs typeface="Times New Roman" panose="02020603050405020304" pitchFamily="18" charset="0"/>
              </a:rPr>
              <a:t>1,2,3</a:t>
            </a:r>
            <a:r>
              <a:rPr lang="en-US" sz="1600" b="0" i="0" u="none" strike="noStrike" kern="0" dirty="0">
                <a:effectLst/>
                <a:ea typeface="Times New Roman" panose="02020603050405020304" pitchFamily="18" charset="0"/>
                <a:cs typeface="Times New Roman" panose="02020603050405020304" pitchFamily="18" charset="0"/>
              </a:rPr>
              <a:t>. </a:t>
            </a:r>
          </a:p>
          <a:p>
            <a:pPr marL="285750" indent="-285750">
              <a:buFontTx/>
              <a:buChar char="-"/>
            </a:pPr>
            <a:r>
              <a:rPr lang="en-US" sz="1600" b="0" i="0" u="none" strike="noStrike" kern="0" dirty="0">
                <a:effectLst/>
                <a:ea typeface="Times New Roman" panose="02020603050405020304" pitchFamily="18" charset="0"/>
                <a:cs typeface="Times New Roman" panose="02020603050405020304" pitchFamily="18" charset="0"/>
              </a:rPr>
              <a:t>I propose to focus only on the time of interest to automatically detect artifacts, as there is no justification to remove artifacts that precede or follow the event of interest. Moreover, instead of solely focusing on the peak-to-peak value, both the mean and the slope should also be considered in detecting these outliers, as they capture features of the signal.</a:t>
            </a:r>
          </a:p>
          <a:p>
            <a:pPr marL="285750" indent="-285750">
              <a:buFontTx/>
              <a:buChar char="-"/>
            </a:pPr>
            <a:endParaRPr lang="en-US" sz="1600" b="0" i="0" u="none" strike="noStrike" kern="0" dirty="0">
              <a:effectLst/>
              <a:ea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21E57092-196C-00AE-B87B-BFFB021C19CC}"/>
              </a:ext>
            </a:extLst>
          </p:cNvPr>
          <p:cNvSpPr txBox="1"/>
          <p:nvPr/>
        </p:nvSpPr>
        <p:spPr>
          <a:xfrm>
            <a:off x="823914" y="6172200"/>
            <a:ext cx="31193916" cy="577081"/>
          </a:xfrm>
          <a:prstGeom prst="rect">
            <a:avLst/>
          </a:prstGeom>
          <a:noFill/>
        </p:spPr>
        <p:txBody>
          <a:bodyPr wrap="square">
            <a:spAutoFit/>
          </a:bodyPr>
          <a:lstStyle/>
          <a:p>
            <a:r>
              <a:rPr lang="en-US" sz="1050" baseline="30000" dirty="0">
                <a:cs typeface="Times New Roman" panose="02020603050405020304" pitchFamily="18" charset="0"/>
              </a:rPr>
              <a:t>1 </a:t>
            </a:r>
            <a:r>
              <a:rPr lang="en-US" sz="1050" dirty="0">
                <a:effectLst/>
                <a:cs typeface="Times New Roman" panose="02020603050405020304" pitchFamily="18" charset="0"/>
              </a:rPr>
              <a:t>Tatum, W. O., </a:t>
            </a:r>
            <a:r>
              <a:rPr lang="en-US" sz="1050" dirty="0" err="1">
                <a:effectLst/>
                <a:cs typeface="Times New Roman" panose="02020603050405020304" pitchFamily="18" charset="0"/>
              </a:rPr>
              <a:t>Dworetzky</a:t>
            </a:r>
            <a:r>
              <a:rPr lang="en-US" sz="1050" dirty="0">
                <a:effectLst/>
                <a:cs typeface="Times New Roman" panose="02020603050405020304" pitchFamily="18" charset="0"/>
              </a:rPr>
              <a:t>, B. A., &amp; </a:t>
            </a:r>
            <a:r>
              <a:rPr lang="en-US" sz="1050" dirty="0" err="1">
                <a:effectLst/>
                <a:cs typeface="Times New Roman" panose="02020603050405020304" pitchFamily="18" charset="0"/>
              </a:rPr>
              <a:t>Schomer</a:t>
            </a:r>
            <a:r>
              <a:rPr lang="en-US" sz="1050" dirty="0">
                <a:effectLst/>
                <a:cs typeface="Times New Roman" panose="02020603050405020304" pitchFamily="18" charset="0"/>
              </a:rPr>
              <a:t>, D. L. (2011). Artifact and Recording Concepts in EEG. Journal of Clinical Neurophysiology, 28(3), 252. </a:t>
            </a:r>
          </a:p>
          <a:p>
            <a:r>
              <a:rPr lang="en-US" sz="1050" baseline="30000" dirty="0">
                <a:effectLst/>
                <a:cs typeface="Times New Roman" panose="02020603050405020304" pitchFamily="18" charset="0"/>
              </a:rPr>
              <a:t>2 </a:t>
            </a:r>
            <a:r>
              <a:rPr lang="en-US" sz="1050" dirty="0">
                <a:effectLst/>
                <a:cs typeface="Times New Roman" panose="02020603050405020304" pitchFamily="18" charset="0"/>
              </a:rPr>
              <a:t>Peng, W. (2019). EEG Preprocessing and Denoising. In L. Hu &amp; Z. Zhang (Eds.), </a:t>
            </a:r>
            <a:r>
              <a:rPr lang="en-US" sz="1050" i="1" dirty="0">
                <a:effectLst/>
                <a:cs typeface="Times New Roman" panose="02020603050405020304" pitchFamily="18" charset="0"/>
              </a:rPr>
              <a:t>EEG Signal Processing and Feature Extraction</a:t>
            </a:r>
            <a:r>
              <a:rPr lang="en-US" sz="1050" dirty="0">
                <a:effectLst/>
                <a:cs typeface="Times New Roman" panose="02020603050405020304" pitchFamily="18" charset="0"/>
              </a:rPr>
              <a:t> (pp. 71–87). Springer. </a:t>
            </a:r>
          </a:p>
          <a:p>
            <a:r>
              <a:rPr lang="en-US" sz="1050" b="1" baseline="30000" dirty="0">
                <a:effectLst/>
                <a:cs typeface="Times New Roman" panose="02020603050405020304" pitchFamily="18" charset="0"/>
              </a:rPr>
              <a:t>3 </a:t>
            </a:r>
            <a:r>
              <a:rPr lang="en-US" sz="1050" b="1" dirty="0">
                <a:effectLst/>
                <a:cs typeface="Times New Roman" panose="02020603050405020304" pitchFamily="18" charset="0"/>
              </a:rPr>
              <a:t>Jas, M., Engemann, D. A., </a:t>
            </a:r>
            <a:r>
              <a:rPr lang="en-US" sz="1050" b="1" dirty="0" err="1">
                <a:effectLst/>
                <a:cs typeface="Times New Roman" panose="02020603050405020304" pitchFamily="18" charset="0"/>
              </a:rPr>
              <a:t>Bekhti</a:t>
            </a:r>
            <a:r>
              <a:rPr lang="en-US" sz="1050" b="1" dirty="0">
                <a:effectLst/>
                <a:cs typeface="Times New Roman" panose="02020603050405020304" pitchFamily="18" charset="0"/>
              </a:rPr>
              <a:t>, Y., Raimondo, F., &amp; </a:t>
            </a:r>
            <a:r>
              <a:rPr lang="en-US" sz="1050" b="1" dirty="0" err="1">
                <a:effectLst/>
                <a:cs typeface="Times New Roman" panose="02020603050405020304" pitchFamily="18" charset="0"/>
              </a:rPr>
              <a:t>Gramfort</a:t>
            </a:r>
            <a:r>
              <a:rPr lang="en-US" sz="1050" b="1" dirty="0">
                <a:effectLst/>
                <a:cs typeface="Times New Roman" panose="02020603050405020304" pitchFamily="18" charset="0"/>
              </a:rPr>
              <a:t>, A. (2017). </a:t>
            </a:r>
            <a:r>
              <a:rPr lang="en-US" sz="1050" b="1" dirty="0" err="1">
                <a:effectLst/>
                <a:cs typeface="Times New Roman" panose="02020603050405020304" pitchFamily="18" charset="0"/>
              </a:rPr>
              <a:t>Autoreject</a:t>
            </a:r>
            <a:r>
              <a:rPr lang="en-US" sz="1050" b="1" dirty="0">
                <a:effectLst/>
                <a:cs typeface="Times New Roman" panose="02020603050405020304" pitchFamily="18" charset="0"/>
              </a:rPr>
              <a:t>: Automated artifact rejection for MEG and EEG data. </a:t>
            </a:r>
            <a:r>
              <a:rPr lang="en-US" sz="1050" b="1" dirty="0" err="1">
                <a:effectLst/>
                <a:cs typeface="Times New Roman" panose="02020603050405020304" pitchFamily="18" charset="0"/>
              </a:rPr>
              <a:t>NeuroImage</a:t>
            </a:r>
            <a:r>
              <a:rPr lang="en-US" sz="1050" b="1" dirty="0">
                <a:effectLst/>
                <a:cs typeface="Times New Roman" panose="02020603050405020304" pitchFamily="18" charset="0"/>
              </a:rPr>
              <a:t>, </a:t>
            </a:r>
          </a:p>
        </p:txBody>
      </p:sp>
      <p:pic>
        <p:nvPicPr>
          <p:cNvPr id="55" name="Picture 54">
            <a:extLst>
              <a:ext uri="{FF2B5EF4-FFF2-40B4-BE49-F238E27FC236}">
                <a16:creationId xmlns:a16="http://schemas.microsoft.com/office/drawing/2014/main" id="{DD4B276C-C09A-1EA3-4AA7-F018F3DEE467}"/>
              </a:ext>
            </a:extLst>
          </p:cNvPr>
          <p:cNvPicPr>
            <a:picLocks noChangeAspect="1"/>
          </p:cNvPicPr>
          <p:nvPr/>
        </p:nvPicPr>
        <p:blipFill>
          <a:blip r:embed="rId2"/>
          <a:stretch>
            <a:fillRect/>
          </a:stretch>
        </p:blipFill>
        <p:spPr>
          <a:xfrm>
            <a:off x="5824536" y="2737484"/>
            <a:ext cx="4996929" cy="3105174"/>
          </a:xfrm>
          <a:prstGeom prst="rect">
            <a:avLst/>
          </a:prstGeom>
        </p:spPr>
      </p:pic>
      <p:sp>
        <p:nvSpPr>
          <p:cNvPr id="59" name="TextBox 58">
            <a:extLst>
              <a:ext uri="{FF2B5EF4-FFF2-40B4-BE49-F238E27FC236}">
                <a16:creationId xmlns:a16="http://schemas.microsoft.com/office/drawing/2014/main" id="{F3700E58-41F0-EA4E-C95D-8B4F1CC3C359}"/>
              </a:ext>
            </a:extLst>
          </p:cNvPr>
          <p:cNvSpPr txBox="1"/>
          <p:nvPr/>
        </p:nvSpPr>
        <p:spPr>
          <a:xfrm>
            <a:off x="561974" y="2879205"/>
            <a:ext cx="4194630" cy="3046988"/>
          </a:xfrm>
          <a:prstGeom prst="rect">
            <a:avLst/>
          </a:prstGeom>
          <a:noFill/>
        </p:spPr>
        <p:txBody>
          <a:bodyPr wrap="square">
            <a:spAutoFit/>
          </a:bodyPr>
          <a:lstStyle/>
          <a:p>
            <a:pPr marL="285750" indent="-285750" algn="just">
              <a:buFontTx/>
              <a:buChar char="-"/>
            </a:pPr>
            <a:r>
              <a:rPr lang="fr-BE" sz="1600" dirty="0">
                <a:cs typeface="Times New Roman" panose="02020603050405020304" pitchFamily="18" charset="0"/>
              </a:rPr>
              <a:t>The </a:t>
            </a:r>
            <a:r>
              <a:rPr lang="fr-BE" sz="1600" dirty="0" err="1">
                <a:cs typeface="Times New Roman" panose="02020603050405020304" pitchFamily="18" charset="0"/>
              </a:rPr>
              <a:t>idea</a:t>
            </a:r>
            <a:r>
              <a:rPr lang="fr-BE" sz="1600" dirty="0">
                <a:cs typeface="Times New Roman" panose="02020603050405020304" pitchFamily="18" charset="0"/>
              </a:rPr>
              <a:t> </a:t>
            </a:r>
            <a:r>
              <a:rPr lang="fr-BE" sz="1600" dirty="0" err="1">
                <a:cs typeface="Times New Roman" panose="02020603050405020304" pitchFamily="18" charset="0"/>
              </a:rPr>
              <a:t>is</a:t>
            </a:r>
            <a:r>
              <a:rPr lang="fr-BE" sz="1600" dirty="0">
                <a:cs typeface="Times New Roman" panose="02020603050405020304" pitchFamily="18" charset="0"/>
              </a:rPr>
              <a:t> to first </a:t>
            </a:r>
            <a:r>
              <a:rPr lang="fr-BE" sz="1600" dirty="0" err="1">
                <a:cs typeface="Times New Roman" panose="02020603050405020304" pitchFamily="18" charset="0"/>
              </a:rPr>
              <a:t>generate</a:t>
            </a:r>
            <a:r>
              <a:rPr lang="fr-BE" sz="1600" dirty="0">
                <a:cs typeface="Times New Roman" panose="02020603050405020304" pitchFamily="18" charset="0"/>
              </a:rPr>
              <a:t> the </a:t>
            </a:r>
            <a:r>
              <a:rPr lang="fr-BE" sz="1600" dirty="0" err="1">
                <a:cs typeface="Times New Roman" panose="02020603050405020304" pitchFamily="18" charset="0"/>
              </a:rPr>
              <a:t>average</a:t>
            </a:r>
            <a:r>
              <a:rPr lang="fr-BE" sz="1600" dirty="0">
                <a:cs typeface="Times New Roman" panose="02020603050405020304" pitchFamily="18" charset="0"/>
              </a:rPr>
              <a:t> plot to </a:t>
            </a:r>
            <a:r>
              <a:rPr lang="fr-BE" sz="1600" dirty="0" err="1">
                <a:cs typeface="Times New Roman" panose="02020603050405020304" pitchFamily="18" charset="0"/>
              </a:rPr>
              <a:t>define</a:t>
            </a:r>
            <a:r>
              <a:rPr lang="fr-BE" sz="1600" dirty="0">
                <a:cs typeface="Times New Roman" panose="02020603050405020304" pitchFamily="18" charset="0"/>
              </a:rPr>
              <a:t> a time </a:t>
            </a:r>
            <a:r>
              <a:rPr lang="fr-BE" sz="1600" dirty="0" err="1">
                <a:cs typeface="Times New Roman" panose="02020603050405020304" pitchFamily="18" charset="0"/>
              </a:rPr>
              <a:t>window</a:t>
            </a:r>
            <a:r>
              <a:rPr lang="fr-BE" sz="1600" dirty="0">
                <a:cs typeface="Times New Roman" panose="02020603050405020304" pitchFamily="18" charset="0"/>
              </a:rPr>
              <a:t> of </a:t>
            </a:r>
            <a:r>
              <a:rPr lang="fr-BE" sz="1600" dirty="0" err="1">
                <a:cs typeface="Times New Roman" panose="02020603050405020304" pitchFamily="18" charset="0"/>
              </a:rPr>
              <a:t>interest</a:t>
            </a:r>
            <a:r>
              <a:rPr lang="fr-BE" sz="1600" dirty="0">
                <a:cs typeface="Times New Roman" panose="02020603050405020304" pitchFamily="18" charset="0"/>
              </a:rPr>
              <a:t>, and </a:t>
            </a:r>
            <a:r>
              <a:rPr lang="fr-BE" sz="1600" dirty="0" err="1">
                <a:cs typeface="Times New Roman" panose="02020603050405020304" pitchFamily="18" charset="0"/>
              </a:rPr>
              <a:t>then</a:t>
            </a:r>
            <a:r>
              <a:rPr lang="fr-BE" sz="1600" dirty="0">
                <a:cs typeface="Times New Roman" panose="02020603050405020304" pitchFamily="18" charset="0"/>
              </a:rPr>
              <a:t> </a:t>
            </a:r>
            <a:r>
              <a:rPr lang="fr-BE" sz="1600" dirty="0" err="1">
                <a:cs typeface="Times New Roman" panose="02020603050405020304" pitchFamily="18" charset="0"/>
              </a:rPr>
              <a:t>remove</a:t>
            </a:r>
            <a:r>
              <a:rPr lang="fr-BE" sz="1600" dirty="0">
                <a:cs typeface="Times New Roman" panose="02020603050405020304" pitchFamily="18" charset="0"/>
              </a:rPr>
              <a:t> </a:t>
            </a:r>
            <a:r>
              <a:rPr lang="fr-BE" sz="1600" dirty="0" err="1">
                <a:cs typeface="Times New Roman" panose="02020603050405020304" pitchFamily="18" charset="0"/>
              </a:rPr>
              <a:t>artifacts</a:t>
            </a:r>
            <a:r>
              <a:rPr lang="fr-BE" sz="1600" dirty="0">
                <a:cs typeface="Times New Roman" panose="02020603050405020304" pitchFamily="18" charset="0"/>
              </a:rPr>
              <a:t> </a:t>
            </a:r>
            <a:r>
              <a:rPr lang="fr-BE" sz="1600" dirty="0" err="1">
                <a:cs typeface="Times New Roman" panose="02020603050405020304" pitchFamily="18" charset="0"/>
              </a:rPr>
              <a:t>depending</a:t>
            </a:r>
            <a:r>
              <a:rPr lang="fr-BE" sz="1600" dirty="0">
                <a:cs typeface="Times New Roman" panose="02020603050405020304" pitchFamily="18" charset="0"/>
              </a:rPr>
              <a:t> on </a:t>
            </a:r>
            <a:r>
              <a:rPr lang="fr-BE" sz="1600" dirty="0" err="1">
                <a:cs typeface="Times New Roman" panose="02020603050405020304" pitchFamily="18" charset="0"/>
              </a:rPr>
              <a:t>our</a:t>
            </a:r>
            <a:r>
              <a:rPr lang="fr-BE" sz="1600" dirty="0">
                <a:cs typeface="Times New Roman" panose="02020603050405020304" pitchFamily="18" charset="0"/>
              </a:rPr>
              <a:t> </a:t>
            </a:r>
            <a:r>
              <a:rPr lang="fr-BE" sz="1600" dirty="0" err="1">
                <a:cs typeface="Times New Roman" panose="02020603050405020304" pitchFamily="18" charset="0"/>
              </a:rPr>
              <a:t>criteria</a:t>
            </a:r>
            <a:r>
              <a:rPr lang="fr-BE" sz="1600" dirty="0">
                <a:cs typeface="Times New Roman" panose="02020603050405020304" pitchFamily="18" charset="0"/>
              </a:rPr>
              <a:t> (</a:t>
            </a:r>
            <a:r>
              <a:rPr lang="fr-BE" sz="1600" dirty="0" err="1">
                <a:cs typeface="Times New Roman" panose="02020603050405020304" pitchFamily="18" charset="0"/>
              </a:rPr>
              <a:t>manual</a:t>
            </a:r>
            <a:r>
              <a:rPr lang="fr-BE" sz="1600" dirty="0">
                <a:cs typeface="Times New Roman" panose="02020603050405020304" pitchFamily="18" charset="0"/>
              </a:rPr>
              <a:t> or </a:t>
            </a:r>
            <a:r>
              <a:rPr lang="fr-BE" sz="1600" dirty="0" err="1">
                <a:cs typeface="Times New Roman" panose="02020603050405020304" pitchFamily="18" charset="0"/>
              </a:rPr>
              <a:t>automatic</a:t>
            </a:r>
            <a:r>
              <a:rPr lang="fr-BE" sz="1600" dirty="0">
                <a:cs typeface="Times New Roman" panose="02020603050405020304" pitchFamily="18" charset="0"/>
              </a:rPr>
              <a:t> </a:t>
            </a:r>
            <a:r>
              <a:rPr lang="fr-BE" sz="1600" dirty="0" err="1">
                <a:cs typeface="Times New Roman" panose="02020603050405020304" pitchFamily="18" charset="0"/>
              </a:rPr>
              <a:t>threshold</a:t>
            </a:r>
            <a:r>
              <a:rPr lang="fr-BE" sz="1600" dirty="0">
                <a:cs typeface="Times New Roman" panose="02020603050405020304" pitchFamily="18" charset="0"/>
              </a:rPr>
              <a:t>)</a:t>
            </a:r>
          </a:p>
          <a:p>
            <a:pPr marL="285750" indent="-285750" algn="just">
              <a:buFontTx/>
              <a:buChar char="-"/>
            </a:pPr>
            <a:endParaRPr lang="fr-BE" sz="1600" dirty="0">
              <a:cs typeface="Times New Roman" panose="02020603050405020304" pitchFamily="18" charset="0"/>
            </a:endParaRPr>
          </a:p>
          <a:p>
            <a:pPr marL="285750" indent="-285750" algn="just">
              <a:buFontTx/>
              <a:buChar char="-"/>
            </a:pPr>
            <a:r>
              <a:rPr lang="en-US" sz="1600" kern="0" dirty="0">
                <a:ea typeface="Times New Roman" panose="02020603050405020304" pitchFamily="18" charset="0"/>
                <a:cs typeface="Times New Roman" panose="02020603050405020304" pitchFamily="18" charset="0"/>
              </a:rPr>
              <a:t>Moreover, instead of solely focusing on the peak-to-peak value, both the mean and the slope should also be considered in detecting these outliers, as they capture features of the signal.</a:t>
            </a:r>
          </a:p>
          <a:p>
            <a:pPr algn="just"/>
            <a:endParaRPr lang="LID4096" sz="1600" dirty="0">
              <a:cs typeface="Times New Roman" panose="02020603050405020304" pitchFamily="18" charset="0"/>
            </a:endParaRPr>
          </a:p>
        </p:txBody>
      </p:sp>
    </p:spTree>
    <p:extLst>
      <p:ext uri="{BB962C8B-B14F-4D97-AF65-F5344CB8AC3E}">
        <p14:creationId xmlns:p14="http://schemas.microsoft.com/office/powerpoint/2010/main" val="3935188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F8501-93A9-5FF9-3DEF-003FF81B529A}"/>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3BC79551-C8F4-A721-84E6-5CBAC5D1F128}"/>
              </a:ext>
            </a:extLst>
          </p:cNvPr>
          <p:cNvSpPr txBox="1">
            <a:spLocks/>
          </p:cNvSpPr>
          <p:nvPr/>
        </p:nvSpPr>
        <p:spPr>
          <a:xfrm>
            <a:off x="2250224" y="0"/>
            <a:ext cx="1123951" cy="712602"/>
          </a:xfrm>
          <a:prstGeom prst="rect">
            <a:avLst/>
          </a:prstGeom>
          <a:solidFill>
            <a:schemeClr val="bg1">
              <a:lumMod val="65000"/>
            </a:schemeClr>
          </a:solidFill>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Trial rejection</a:t>
            </a:r>
          </a:p>
          <a:p>
            <a:r>
              <a:rPr lang="fr-BE" sz="1400" dirty="0">
                <a:latin typeface="Helvetica Neue"/>
              </a:rPr>
              <a:t>How?</a:t>
            </a:r>
            <a:endParaRPr lang="LID4096" sz="1800" dirty="0"/>
          </a:p>
        </p:txBody>
      </p:sp>
      <p:sp>
        <p:nvSpPr>
          <p:cNvPr id="8" name="Content Placeholder 2">
            <a:extLst>
              <a:ext uri="{FF2B5EF4-FFF2-40B4-BE49-F238E27FC236}">
                <a16:creationId xmlns:a16="http://schemas.microsoft.com/office/drawing/2014/main" id="{481CFF82-76D0-8CCD-AB86-28ADDC418E7D}"/>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10" name="Content Placeholder 2">
            <a:extLst>
              <a:ext uri="{FF2B5EF4-FFF2-40B4-BE49-F238E27FC236}">
                <a16:creationId xmlns:a16="http://schemas.microsoft.com/office/drawing/2014/main" id="{A2487133-AF5B-8E5A-3777-FF89D038369C}"/>
              </a:ext>
            </a:extLst>
          </p:cNvPr>
          <p:cNvSpPr txBox="1">
            <a:spLocks/>
          </p:cNvSpPr>
          <p:nvPr/>
        </p:nvSpPr>
        <p:spPr>
          <a:xfrm>
            <a:off x="1126274" y="-9525"/>
            <a:ext cx="1123951" cy="712602"/>
          </a:xfrm>
          <a:prstGeom prst="rect">
            <a:avLst/>
          </a:prstGeom>
          <a:solidFill>
            <a:schemeClr val="bg1">
              <a:lumMod val="75000"/>
            </a:schemeClr>
          </a:solidFill>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Reference</a:t>
            </a:r>
          </a:p>
          <a:p>
            <a:r>
              <a:rPr lang="fr-BE" sz="1400" dirty="0" err="1">
                <a:latin typeface="Helvetica Neue"/>
              </a:rPr>
              <a:t>Which</a:t>
            </a:r>
            <a:r>
              <a:rPr lang="fr-BE" sz="1400" dirty="0">
                <a:latin typeface="Helvetica Neue"/>
              </a:rPr>
              <a:t>?</a:t>
            </a:r>
            <a:endParaRPr lang="LID4096" sz="1800" dirty="0"/>
          </a:p>
        </p:txBody>
      </p:sp>
      <p:sp>
        <p:nvSpPr>
          <p:cNvPr id="12" name="Rectangle 11">
            <a:extLst>
              <a:ext uri="{FF2B5EF4-FFF2-40B4-BE49-F238E27FC236}">
                <a16:creationId xmlns:a16="http://schemas.microsoft.com/office/drawing/2014/main" id="{395911D7-FADC-FFCF-0320-7DEEC154C9FC}"/>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3" name="Picture 2">
            <a:extLst>
              <a:ext uri="{FF2B5EF4-FFF2-40B4-BE49-F238E27FC236}">
                <a16:creationId xmlns:a16="http://schemas.microsoft.com/office/drawing/2014/main" id="{F67A47F2-DBE0-558C-3B00-E433EEE6D5AE}"/>
              </a:ext>
            </a:extLst>
          </p:cNvPr>
          <p:cNvPicPr>
            <a:picLocks noChangeAspect="1"/>
          </p:cNvPicPr>
          <p:nvPr/>
        </p:nvPicPr>
        <p:blipFill>
          <a:blip r:embed="rId2"/>
          <a:stretch>
            <a:fillRect/>
          </a:stretch>
        </p:blipFill>
        <p:spPr>
          <a:xfrm>
            <a:off x="0" y="2194107"/>
            <a:ext cx="12192000" cy="3846791"/>
          </a:xfrm>
          <a:prstGeom prst="rect">
            <a:avLst/>
          </a:prstGeom>
        </p:spPr>
      </p:pic>
      <p:sp>
        <p:nvSpPr>
          <p:cNvPr id="6" name="TextBox 5">
            <a:extLst>
              <a:ext uri="{FF2B5EF4-FFF2-40B4-BE49-F238E27FC236}">
                <a16:creationId xmlns:a16="http://schemas.microsoft.com/office/drawing/2014/main" id="{B0681046-84A8-C962-186D-5B06C6A34164}"/>
              </a:ext>
            </a:extLst>
          </p:cNvPr>
          <p:cNvSpPr txBox="1"/>
          <p:nvPr/>
        </p:nvSpPr>
        <p:spPr>
          <a:xfrm>
            <a:off x="839881" y="771061"/>
            <a:ext cx="9985435" cy="1569660"/>
          </a:xfrm>
          <a:prstGeom prst="rect">
            <a:avLst/>
          </a:prstGeom>
          <a:noFill/>
        </p:spPr>
        <p:txBody>
          <a:bodyPr wrap="square">
            <a:spAutoFit/>
          </a:bodyPr>
          <a:lstStyle/>
          <a:p>
            <a:pPr algn="just"/>
            <a:r>
              <a:rPr lang="en-US" sz="1600" kern="0" dirty="0">
                <a:ea typeface="Times New Roman" panose="02020603050405020304" pitchFamily="18" charset="0"/>
                <a:cs typeface="Times New Roman" panose="02020603050405020304" pitchFamily="18" charset="0"/>
              </a:rPr>
              <a:t>Interestingly, we can observe that some artifact trials, likely caused by head movements, might be considered valid based on the peak-to-peak value but still interfere with the ERP of interest. Using the mean and slope as features could help in detecting these artifacts. On the left, the green dot represents the mean of the ERP without artifacts, and this trial would be considered an outlier because its mean (orange dot) is significantly distant from the green dot. Similarly, in the right plot, the slope should be nearly flat for the N100 (green line), but the artifact produces a steep slope (pink line) that can be detected.</a:t>
            </a:r>
            <a:endParaRPr lang="LID4096" sz="1600" dirty="0"/>
          </a:p>
        </p:txBody>
      </p:sp>
    </p:spTree>
    <p:extLst>
      <p:ext uri="{BB962C8B-B14F-4D97-AF65-F5344CB8AC3E}">
        <p14:creationId xmlns:p14="http://schemas.microsoft.com/office/powerpoint/2010/main" val="1203731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7315F-1603-D6E5-0660-BC78B4E1744E}"/>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6086598-249C-3112-8D37-8EF67F0C9B80}"/>
              </a:ext>
            </a:extLst>
          </p:cNvPr>
          <p:cNvSpPr txBox="1">
            <a:spLocks/>
          </p:cNvSpPr>
          <p:nvPr/>
        </p:nvSpPr>
        <p:spPr>
          <a:xfrm>
            <a:off x="3374174" y="-11298"/>
            <a:ext cx="1559775" cy="712602"/>
          </a:xfrm>
          <a:prstGeom prst="rect">
            <a:avLst/>
          </a:prstGeom>
          <a:solidFill>
            <a:schemeClr val="accent1">
              <a:lumMod val="20000"/>
              <a:lumOff val="80000"/>
            </a:schemeClr>
          </a:solidFill>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700" dirty="0">
                <a:latin typeface="Helvetica Neue"/>
              </a:rPr>
              <a:t>Time Domain</a:t>
            </a:r>
          </a:p>
          <a:p>
            <a:r>
              <a:rPr lang="fr-BE" sz="1400" dirty="0">
                <a:latin typeface="Helvetica Neue"/>
              </a:rPr>
              <a:t>Extraction &amp; Plots</a:t>
            </a:r>
            <a:endParaRPr lang="LID4096" sz="1800" dirty="0"/>
          </a:p>
        </p:txBody>
      </p:sp>
      <p:sp>
        <p:nvSpPr>
          <p:cNvPr id="5" name="Content Placeholder 2">
            <a:extLst>
              <a:ext uri="{FF2B5EF4-FFF2-40B4-BE49-F238E27FC236}">
                <a16:creationId xmlns:a16="http://schemas.microsoft.com/office/drawing/2014/main" id="{43DE08B3-39B1-20C1-0BBE-386F5372C5DD}"/>
              </a:ext>
            </a:extLst>
          </p:cNvPr>
          <p:cNvSpPr txBox="1">
            <a:spLocks/>
          </p:cNvSpPr>
          <p:nvPr/>
        </p:nvSpPr>
        <p:spPr>
          <a:xfrm>
            <a:off x="2250224" y="0"/>
            <a:ext cx="1123951" cy="712602"/>
          </a:xfrm>
          <a:prstGeom prst="rect">
            <a:avLst/>
          </a:prstGeom>
          <a:solidFill>
            <a:schemeClr val="bg1">
              <a:lumMod val="65000"/>
            </a:schemeClr>
          </a:solidFill>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Trial rejection</a:t>
            </a:r>
          </a:p>
          <a:p>
            <a:r>
              <a:rPr lang="fr-BE" sz="1400" dirty="0">
                <a:latin typeface="Helvetica Neue"/>
              </a:rPr>
              <a:t>How?</a:t>
            </a:r>
            <a:endParaRPr lang="LID4096" sz="1800" dirty="0"/>
          </a:p>
        </p:txBody>
      </p:sp>
      <p:sp>
        <p:nvSpPr>
          <p:cNvPr id="8" name="Content Placeholder 2">
            <a:extLst>
              <a:ext uri="{FF2B5EF4-FFF2-40B4-BE49-F238E27FC236}">
                <a16:creationId xmlns:a16="http://schemas.microsoft.com/office/drawing/2014/main" id="{33C4F0AE-1A2C-711F-99A0-09D3F31118CA}"/>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10" name="Content Placeholder 2">
            <a:extLst>
              <a:ext uri="{FF2B5EF4-FFF2-40B4-BE49-F238E27FC236}">
                <a16:creationId xmlns:a16="http://schemas.microsoft.com/office/drawing/2014/main" id="{475A9E24-281D-A423-FE28-70801BBA5206}"/>
              </a:ext>
            </a:extLst>
          </p:cNvPr>
          <p:cNvSpPr txBox="1">
            <a:spLocks/>
          </p:cNvSpPr>
          <p:nvPr/>
        </p:nvSpPr>
        <p:spPr>
          <a:xfrm>
            <a:off x="1126274" y="-9525"/>
            <a:ext cx="1123951" cy="712602"/>
          </a:xfrm>
          <a:prstGeom prst="rect">
            <a:avLst/>
          </a:prstGeom>
          <a:solidFill>
            <a:schemeClr val="bg1">
              <a:lumMod val="75000"/>
            </a:schemeClr>
          </a:solidFill>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Reference</a:t>
            </a:r>
          </a:p>
          <a:p>
            <a:r>
              <a:rPr lang="fr-BE" sz="1400" dirty="0" err="1">
                <a:latin typeface="Helvetica Neue"/>
              </a:rPr>
              <a:t>Which</a:t>
            </a:r>
            <a:r>
              <a:rPr lang="fr-BE" sz="1400" dirty="0">
                <a:latin typeface="Helvetica Neue"/>
              </a:rPr>
              <a:t>?</a:t>
            </a:r>
            <a:endParaRPr lang="LID4096" sz="1800" dirty="0"/>
          </a:p>
        </p:txBody>
      </p:sp>
      <p:sp>
        <p:nvSpPr>
          <p:cNvPr id="12" name="Rectangle 11">
            <a:extLst>
              <a:ext uri="{FF2B5EF4-FFF2-40B4-BE49-F238E27FC236}">
                <a16:creationId xmlns:a16="http://schemas.microsoft.com/office/drawing/2014/main" id="{9F909521-2C94-C318-7DFF-2CE51A80E3B6}"/>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3" name="Picture 2">
            <a:extLst>
              <a:ext uri="{FF2B5EF4-FFF2-40B4-BE49-F238E27FC236}">
                <a16:creationId xmlns:a16="http://schemas.microsoft.com/office/drawing/2014/main" id="{8558A15C-1062-E72A-F09A-59688A68C4FC}"/>
              </a:ext>
            </a:extLst>
          </p:cNvPr>
          <p:cNvPicPr>
            <a:picLocks noChangeAspect="1"/>
          </p:cNvPicPr>
          <p:nvPr/>
        </p:nvPicPr>
        <p:blipFill>
          <a:blip r:embed="rId2"/>
          <a:srcRect l="622" r="1314" b="302"/>
          <a:stretch>
            <a:fillRect/>
          </a:stretch>
        </p:blipFill>
        <p:spPr>
          <a:xfrm>
            <a:off x="554773" y="1514474"/>
            <a:ext cx="11030134" cy="4210051"/>
          </a:xfrm>
          <a:prstGeom prst="rect">
            <a:avLst/>
          </a:prstGeom>
        </p:spPr>
      </p:pic>
      <p:sp>
        <p:nvSpPr>
          <p:cNvPr id="7" name="TextBox 6">
            <a:extLst>
              <a:ext uri="{FF2B5EF4-FFF2-40B4-BE49-F238E27FC236}">
                <a16:creationId xmlns:a16="http://schemas.microsoft.com/office/drawing/2014/main" id="{316E91AA-9D4C-35B1-FBEA-FD7DEE43D30B}"/>
              </a:ext>
            </a:extLst>
          </p:cNvPr>
          <p:cNvSpPr txBox="1"/>
          <p:nvPr/>
        </p:nvSpPr>
        <p:spPr>
          <a:xfrm>
            <a:off x="4350621" y="6161470"/>
            <a:ext cx="4319589" cy="523220"/>
          </a:xfrm>
          <a:prstGeom prst="rect">
            <a:avLst/>
          </a:prstGeom>
          <a:noFill/>
        </p:spPr>
        <p:txBody>
          <a:bodyPr wrap="square">
            <a:spAutoFit/>
          </a:bodyPr>
          <a:lstStyle/>
          <a:p>
            <a:r>
              <a:rPr lang="fr-BE" sz="1400" b="0" i="0" dirty="0">
                <a:solidFill>
                  <a:schemeClr val="tx1"/>
                </a:solidFill>
                <a:effectLst/>
                <a:latin typeface="+mn-lt"/>
              </a:rPr>
              <a:t>Glazer et al., (2018) </a:t>
            </a:r>
            <a:r>
              <a:rPr lang="fr-BE" sz="1400" dirty="0"/>
              <a:t>International Journal of </a:t>
            </a:r>
            <a:r>
              <a:rPr lang="fr-BE" sz="1400" dirty="0" err="1"/>
              <a:t>Psychophysiology</a:t>
            </a:r>
            <a:endParaRPr lang="LID4096" sz="1400" dirty="0"/>
          </a:p>
        </p:txBody>
      </p:sp>
    </p:spTree>
    <p:extLst>
      <p:ext uri="{BB962C8B-B14F-4D97-AF65-F5344CB8AC3E}">
        <p14:creationId xmlns:p14="http://schemas.microsoft.com/office/powerpoint/2010/main" val="2816923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84E2E-76FB-5EA8-EEE6-9C984AA451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8D87C6-F924-F03D-620B-92CF9ADC043A}"/>
              </a:ext>
            </a:extLst>
          </p:cNvPr>
          <p:cNvSpPr txBox="1">
            <a:spLocks/>
          </p:cNvSpPr>
          <p:nvPr/>
        </p:nvSpPr>
        <p:spPr>
          <a:xfrm>
            <a:off x="4933949" y="-9525"/>
            <a:ext cx="1564411" cy="712602"/>
          </a:xfrm>
          <a:prstGeom prst="rect">
            <a:avLst/>
          </a:prstGeom>
          <a:solidFill>
            <a:schemeClr val="accent5">
              <a:lumMod val="20000"/>
              <a:lumOff val="80000"/>
            </a:schemeClr>
          </a:solidFill>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Time-Frequency</a:t>
            </a:r>
          </a:p>
          <a:p>
            <a:r>
              <a:rPr lang="fr-BE" sz="1400" dirty="0">
                <a:latin typeface="Helvetica Neue"/>
              </a:rPr>
              <a:t>Extraction &amp; Plots</a:t>
            </a:r>
            <a:endParaRPr lang="LID4096" sz="1800" dirty="0"/>
          </a:p>
        </p:txBody>
      </p:sp>
      <p:sp>
        <p:nvSpPr>
          <p:cNvPr id="4" name="Content Placeholder 2">
            <a:extLst>
              <a:ext uri="{FF2B5EF4-FFF2-40B4-BE49-F238E27FC236}">
                <a16:creationId xmlns:a16="http://schemas.microsoft.com/office/drawing/2014/main" id="{F3E43D4E-1934-1CD8-BAFE-BCE054744A00}"/>
              </a:ext>
            </a:extLst>
          </p:cNvPr>
          <p:cNvSpPr txBox="1">
            <a:spLocks/>
          </p:cNvSpPr>
          <p:nvPr/>
        </p:nvSpPr>
        <p:spPr>
          <a:xfrm>
            <a:off x="3374174" y="-11298"/>
            <a:ext cx="1559775" cy="712602"/>
          </a:xfrm>
          <a:prstGeom prst="rect">
            <a:avLst/>
          </a:prstGeom>
          <a:solidFill>
            <a:schemeClr val="accent1">
              <a:lumMod val="20000"/>
              <a:lumOff val="80000"/>
            </a:schemeClr>
          </a:solidFill>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700" dirty="0">
                <a:latin typeface="Helvetica Neue"/>
              </a:rPr>
              <a:t>Time Domain</a:t>
            </a:r>
          </a:p>
          <a:p>
            <a:r>
              <a:rPr lang="fr-BE" sz="1400" dirty="0">
                <a:latin typeface="Helvetica Neue"/>
              </a:rPr>
              <a:t>Extraction &amp; Plots</a:t>
            </a:r>
            <a:endParaRPr lang="LID4096" sz="1800" dirty="0"/>
          </a:p>
        </p:txBody>
      </p:sp>
      <p:sp>
        <p:nvSpPr>
          <p:cNvPr id="5" name="Content Placeholder 2">
            <a:extLst>
              <a:ext uri="{FF2B5EF4-FFF2-40B4-BE49-F238E27FC236}">
                <a16:creationId xmlns:a16="http://schemas.microsoft.com/office/drawing/2014/main" id="{A555EA77-C394-BB6E-8F21-B19178ADE8FA}"/>
              </a:ext>
            </a:extLst>
          </p:cNvPr>
          <p:cNvSpPr txBox="1">
            <a:spLocks/>
          </p:cNvSpPr>
          <p:nvPr/>
        </p:nvSpPr>
        <p:spPr>
          <a:xfrm>
            <a:off x="2250224" y="0"/>
            <a:ext cx="1123951" cy="712602"/>
          </a:xfrm>
          <a:prstGeom prst="rect">
            <a:avLst/>
          </a:prstGeom>
          <a:solidFill>
            <a:schemeClr val="bg1">
              <a:lumMod val="65000"/>
            </a:schemeClr>
          </a:solidFill>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Trial rejection</a:t>
            </a:r>
          </a:p>
          <a:p>
            <a:r>
              <a:rPr lang="fr-BE" sz="1400" dirty="0">
                <a:latin typeface="Helvetica Neue"/>
              </a:rPr>
              <a:t>How?</a:t>
            </a:r>
            <a:endParaRPr lang="LID4096" sz="1800" dirty="0"/>
          </a:p>
        </p:txBody>
      </p:sp>
      <p:sp>
        <p:nvSpPr>
          <p:cNvPr id="8" name="Content Placeholder 2">
            <a:extLst>
              <a:ext uri="{FF2B5EF4-FFF2-40B4-BE49-F238E27FC236}">
                <a16:creationId xmlns:a16="http://schemas.microsoft.com/office/drawing/2014/main" id="{CCA2B1A2-ED30-045A-C219-6CABBC322224}"/>
              </a:ext>
            </a:extLst>
          </p:cNvPr>
          <p:cNvSpPr txBox="1">
            <a:spLocks/>
          </p:cNvSpPr>
          <p:nvPr/>
        </p:nvSpPr>
        <p:spPr>
          <a:xfrm>
            <a:off x="-1" y="0"/>
            <a:ext cx="1123951" cy="712602"/>
          </a:xfrm>
          <a:prstGeom prst="rect">
            <a:avLst/>
          </a:prstGeom>
          <a:solidFill>
            <a:schemeClr val="bg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600" dirty="0">
                <a:latin typeface="Helvetica Neue"/>
              </a:rPr>
              <a:t>Baseline</a:t>
            </a:r>
          </a:p>
          <a:p>
            <a:r>
              <a:rPr lang="fr-BE" sz="1200" dirty="0" err="1">
                <a:latin typeface="Helvetica Neue"/>
              </a:rPr>
              <a:t>why</a:t>
            </a:r>
            <a:r>
              <a:rPr lang="fr-BE" sz="1200" dirty="0">
                <a:latin typeface="Helvetica Neue"/>
              </a:rPr>
              <a:t>?</a:t>
            </a:r>
            <a:endParaRPr lang="LID4096" sz="1600" dirty="0"/>
          </a:p>
        </p:txBody>
      </p:sp>
      <p:sp>
        <p:nvSpPr>
          <p:cNvPr id="10" name="Content Placeholder 2">
            <a:extLst>
              <a:ext uri="{FF2B5EF4-FFF2-40B4-BE49-F238E27FC236}">
                <a16:creationId xmlns:a16="http://schemas.microsoft.com/office/drawing/2014/main" id="{291AA7BE-A809-BC5A-9BDF-73972B7ACB42}"/>
              </a:ext>
            </a:extLst>
          </p:cNvPr>
          <p:cNvSpPr txBox="1">
            <a:spLocks/>
          </p:cNvSpPr>
          <p:nvPr/>
        </p:nvSpPr>
        <p:spPr>
          <a:xfrm>
            <a:off x="1126274" y="-9525"/>
            <a:ext cx="1123951" cy="712602"/>
          </a:xfrm>
          <a:prstGeom prst="rect">
            <a:avLst/>
          </a:prstGeom>
          <a:solidFill>
            <a:schemeClr val="bg1">
              <a:lumMod val="75000"/>
            </a:schemeClr>
          </a:solidFill>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BE" sz="1800" dirty="0">
                <a:latin typeface="Helvetica Neue"/>
              </a:rPr>
              <a:t>Reference</a:t>
            </a:r>
          </a:p>
          <a:p>
            <a:r>
              <a:rPr lang="fr-BE" sz="1400" dirty="0" err="1">
                <a:latin typeface="Helvetica Neue"/>
              </a:rPr>
              <a:t>Which</a:t>
            </a:r>
            <a:r>
              <a:rPr lang="fr-BE" sz="1400" dirty="0">
                <a:latin typeface="Helvetica Neue"/>
              </a:rPr>
              <a:t>?</a:t>
            </a:r>
            <a:endParaRPr lang="LID4096" sz="1800" dirty="0"/>
          </a:p>
        </p:txBody>
      </p:sp>
      <p:sp>
        <p:nvSpPr>
          <p:cNvPr id="12" name="Rectangle 11">
            <a:extLst>
              <a:ext uri="{FF2B5EF4-FFF2-40B4-BE49-F238E27FC236}">
                <a16:creationId xmlns:a16="http://schemas.microsoft.com/office/drawing/2014/main" id="{885A71DF-0398-0365-4A42-34D2E6C1FFEC}"/>
              </a:ext>
            </a:extLst>
          </p:cNvPr>
          <p:cNvSpPr/>
          <p:nvPr/>
        </p:nvSpPr>
        <p:spPr>
          <a:xfrm>
            <a:off x="0" y="0"/>
            <a:ext cx="6510416" cy="7030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6" name="Picture 15">
            <a:extLst>
              <a:ext uri="{FF2B5EF4-FFF2-40B4-BE49-F238E27FC236}">
                <a16:creationId xmlns:a16="http://schemas.microsoft.com/office/drawing/2014/main" id="{E6A0F3DC-446C-8DAE-33C0-C2BD4656B20F}"/>
              </a:ext>
            </a:extLst>
          </p:cNvPr>
          <p:cNvPicPr>
            <a:picLocks noChangeAspect="1"/>
          </p:cNvPicPr>
          <p:nvPr/>
        </p:nvPicPr>
        <p:blipFill>
          <a:blip r:embed="rId2"/>
          <a:stretch>
            <a:fillRect/>
          </a:stretch>
        </p:blipFill>
        <p:spPr>
          <a:xfrm>
            <a:off x="242130" y="901437"/>
            <a:ext cx="8835195" cy="5561751"/>
          </a:xfrm>
          <a:prstGeom prst="rect">
            <a:avLst/>
          </a:prstGeom>
        </p:spPr>
      </p:pic>
      <p:sp>
        <p:nvSpPr>
          <p:cNvPr id="18" name="TextBox 17">
            <a:extLst>
              <a:ext uri="{FF2B5EF4-FFF2-40B4-BE49-F238E27FC236}">
                <a16:creationId xmlns:a16="http://schemas.microsoft.com/office/drawing/2014/main" id="{2FE32B33-F600-DC2F-A3AC-45EB8099D089}"/>
              </a:ext>
            </a:extLst>
          </p:cNvPr>
          <p:cNvSpPr txBox="1"/>
          <p:nvPr/>
        </p:nvSpPr>
        <p:spPr>
          <a:xfrm>
            <a:off x="9387645" y="3429000"/>
            <a:ext cx="2562225" cy="307777"/>
          </a:xfrm>
          <a:prstGeom prst="rect">
            <a:avLst/>
          </a:prstGeom>
          <a:noFill/>
        </p:spPr>
        <p:txBody>
          <a:bodyPr wrap="square">
            <a:spAutoFit/>
          </a:bodyPr>
          <a:lstStyle/>
          <a:p>
            <a:r>
              <a:rPr lang="fr-BE" sz="1400" b="0" i="0" dirty="0">
                <a:solidFill>
                  <a:schemeClr val="tx1"/>
                </a:solidFill>
                <a:effectLst/>
                <a:latin typeface="+mn-lt"/>
              </a:rPr>
              <a:t>Cavanagh &amp; Frank (201</a:t>
            </a:r>
            <a:r>
              <a:rPr lang="fr-BE" sz="1400" dirty="0"/>
              <a:t>4</a:t>
            </a:r>
            <a:r>
              <a:rPr lang="fr-BE" sz="1400" b="0" i="0" dirty="0">
                <a:solidFill>
                  <a:schemeClr val="tx1"/>
                </a:solidFill>
                <a:effectLst/>
                <a:latin typeface="+mn-lt"/>
              </a:rPr>
              <a:t>) TICS</a:t>
            </a:r>
            <a:endParaRPr lang="LID4096" sz="1400" dirty="0"/>
          </a:p>
        </p:txBody>
      </p:sp>
    </p:spTree>
    <p:extLst>
      <p:ext uri="{BB962C8B-B14F-4D97-AF65-F5344CB8AC3E}">
        <p14:creationId xmlns:p14="http://schemas.microsoft.com/office/powerpoint/2010/main" val="12851158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933</TotalTime>
  <Words>844</Words>
  <Application>Microsoft Office PowerPoint</Application>
  <PresentationFormat>Widescreen</PresentationFormat>
  <Paragraphs>107</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Meiryo</vt:lpstr>
      <vt:lpstr>Aptos</vt:lpstr>
      <vt:lpstr>Aptos Display</vt:lpstr>
      <vt:lpstr>Arial</vt:lpstr>
      <vt:lpstr>Helvetica Neue</vt:lpstr>
      <vt:lpstr>Times New Roman</vt:lpstr>
      <vt:lpstr>Office Theme</vt:lpstr>
      <vt:lpstr>2-day Workshop EEG</vt:lpstr>
      <vt:lpstr>Program session5&amp;6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Guillaume Pech</dc:creator>
  <cp:lastModifiedBy>Guillaume Pech</cp:lastModifiedBy>
  <cp:revision>1</cp:revision>
  <dcterms:created xsi:type="dcterms:W3CDTF">2026-09-13T08:30:52Z</dcterms:created>
  <dcterms:modified xsi:type="dcterms:W3CDTF">2026-09-16T05:23:21Z</dcterms:modified>
</cp:coreProperties>
</file>