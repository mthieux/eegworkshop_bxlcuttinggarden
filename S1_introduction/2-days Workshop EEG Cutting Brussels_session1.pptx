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62" r:id="rId3"/>
    <p:sldId id="263" r:id="rId4"/>
    <p:sldId id="264" r:id="rId5"/>
    <p:sldId id="275" r:id="rId6"/>
    <p:sldId id="256" r:id="rId7"/>
    <p:sldId id="258" r:id="rId8"/>
    <p:sldId id="265" r:id="rId9"/>
    <p:sldId id="285" r:id="rId10"/>
    <p:sldId id="286" r:id="rId11"/>
    <p:sldId id="287" r:id="rId12"/>
    <p:sldId id="288" r:id="rId13"/>
    <p:sldId id="272" r:id="rId14"/>
    <p:sldId id="259" r:id="rId15"/>
    <p:sldId id="273" r:id="rId16"/>
    <p:sldId id="277" r:id="rId17"/>
    <p:sldId id="276" r:id="rId18"/>
    <p:sldId id="284" r:id="rId19"/>
    <p:sldId id="283" r:id="rId20"/>
    <p:sldId id="282" r:id="rId21"/>
    <p:sldId id="279" r:id="rId22"/>
    <p:sldId id="280" r:id="rId23"/>
    <p:sldId id="278" r:id="rId24"/>
    <p:sldId id="281" r:id="rId25"/>
    <p:sldId id="289" r:id="rId26"/>
    <p:sldId id="291" r:id="rId27"/>
    <p:sldId id="292" r:id="rId2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C4B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B6078E-90C0-413B-BF9A-E072002EB405}" v="63" dt="2026-09-16T02:23:40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Pech" userId="f08b9316144fa13b" providerId="LiveId" clId="{0FD22F48-4293-4E73-9CD8-97B7AC152C5B}"/>
    <pc:docChg chg="undo custSel addSld delSld modSld sldOrd">
      <pc:chgData name="Guillaume Pech" userId="f08b9316144fa13b" providerId="LiveId" clId="{0FD22F48-4293-4E73-9CD8-97B7AC152C5B}" dt="2026-09-16T02:27:14.208" v="2405" actId="1076"/>
      <pc:docMkLst>
        <pc:docMk/>
      </pc:docMkLst>
      <pc:sldChg chg="addSp modSp mod">
        <pc:chgData name="Guillaume Pech" userId="f08b9316144fa13b" providerId="LiveId" clId="{0FD22F48-4293-4E73-9CD8-97B7AC152C5B}" dt="2026-09-14T11:58:36.498" v="2254" actId="22"/>
        <pc:sldMkLst>
          <pc:docMk/>
          <pc:sldMk cId="2272771712" sldId="256"/>
        </pc:sldMkLst>
        <pc:spChg chg="add mod">
          <ac:chgData name="Guillaume Pech" userId="f08b9316144fa13b" providerId="LiveId" clId="{0FD22F48-4293-4E73-9CD8-97B7AC152C5B}" dt="2026-09-14T11:06:06.342" v="1893" actId="122"/>
          <ac:spMkLst>
            <pc:docMk/>
            <pc:sldMk cId="2272771712" sldId="256"/>
            <ac:spMk id="3" creationId="{478F1461-4CE7-DFE5-C951-917E617C1D76}"/>
          </ac:spMkLst>
        </pc:spChg>
        <pc:spChg chg="add">
          <ac:chgData name="Guillaume Pech" userId="f08b9316144fa13b" providerId="LiveId" clId="{0FD22F48-4293-4E73-9CD8-97B7AC152C5B}" dt="2026-09-14T11:58:36.498" v="2254" actId="22"/>
          <ac:spMkLst>
            <pc:docMk/>
            <pc:sldMk cId="2272771712" sldId="256"/>
            <ac:spMk id="5" creationId="{C8EEDE1B-4F66-75BE-08B9-CC997A4DF30A}"/>
          </ac:spMkLst>
        </pc:spChg>
        <pc:spChg chg="mod">
          <ac:chgData name="Guillaume Pech" userId="f08b9316144fa13b" providerId="LiveId" clId="{0FD22F48-4293-4E73-9CD8-97B7AC152C5B}" dt="2026-09-14T11:05:18.918" v="1860" actId="1076"/>
          <ac:spMkLst>
            <pc:docMk/>
            <pc:sldMk cId="2272771712" sldId="256"/>
            <ac:spMk id="6" creationId="{D87991DC-9EAD-8859-991E-C720947B81F1}"/>
          </ac:spMkLst>
        </pc:spChg>
        <pc:picChg chg="mod">
          <ac:chgData name="Guillaume Pech" userId="f08b9316144fa13b" providerId="LiveId" clId="{0FD22F48-4293-4E73-9CD8-97B7AC152C5B}" dt="2026-09-14T11:05:14.113" v="1858" actId="14100"/>
          <ac:picMkLst>
            <pc:docMk/>
            <pc:sldMk cId="2272771712" sldId="256"/>
            <ac:picMk id="7" creationId="{1DC15CCE-4BE8-D242-8328-8997DE41960E}"/>
          </ac:picMkLst>
        </pc:picChg>
      </pc:sldChg>
      <pc:sldChg chg="modSp mod">
        <pc:chgData name="Guillaume Pech" userId="f08b9316144fa13b" providerId="LiveId" clId="{0FD22F48-4293-4E73-9CD8-97B7AC152C5B}" dt="2026-09-14T14:26:47.816" v="2263" actId="20577"/>
        <pc:sldMkLst>
          <pc:docMk/>
          <pc:sldMk cId="412579390" sldId="257"/>
        </pc:sldMkLst>
        <pc:spChg chg="mod">
          <ac:chgData name="Guillaume Pech" userId="f08b9316144fa13b" providerId="LiveId" clId="{0FD22F48-4293-4E73-9CD8-97B7AC152C5B}" dt="2026-09-14T14:26:47.816" v="2263" actId="20577"/>
          <ac:spMkLst>
            <pc:docMk/>
            <pc:sldMk cId="412579390" sldId="257"/>
            <ac:spMk id="2" creationId="{3DA3FA5E-BCFC-B3C7-A370-3F1481EE4210}"/>
          </ac:spMkLst>
        </pc:spChg>
      </pc:sldChg>
      <pc:sldChg chg="addSp modSp mod modTransition">
        <pc:chgData name="Guillaume Pech" userId="f08b9316144fa13b" providerId="LiveId" clId="{0FD22F48-4293-4E73-9CD8-97B7AC152C5B}" dt="2026-09-14T11:58:34.987" v="2253" actId="22"/>
        <pc:sldMkLst>
          <pc:docMk/>
          <pc:sldMk cId="4106012138" sldId="258"/>
        </pc:sldMkLst>
        <pc:spChg chg="add">
          <ac:chgData name="Guillaume Pech" userId="f08b9316144fa13b" providerId="LiveId" clId="{0FD22F48-4293-4E73-9CD8-97B7AC152C5B}" dt="2026-09-14T11:06:12.189" v="1894" actId="22"/>
          <ac:spMkLst>
            <pc:docMk/>
            <pc:sldMk cId="4106012138" sldId="258"/>
            <ac:spMk id="3" creationId="{AB2379C0-69D5-0D6E-36AC-DAFB468040F8}"/>
          </ac:spMkLst>
        </pc:spChg>
        <pc:spChg chg="add mod">
          <ac:chgData name="Guillaume Pech" userId="f08b9316144fa13b" providerId="LiveId" clId="{0FD22F48-4293-4E73-9CD8-97B7AC152C5B}" dt="2026-09-14T11:06:25.843" v="1904" actId="207"/>
          <ac:spMkLst>
            <pc:docMk/>
            <pc:sldMk cId="4106012138" sldId="258"/>
            <ac:spMk id="6" creationId="{934958A9-8174-9478-1738-4FE215E9EE8B}"/>
          </ac:spMkLst>
        </pc:spChg>
        <pc:spChg chg="add">
          <ac:chgData name="Guillaume Pech" userId="f08b9316144fa13b" providerId="LiveId" clId="{0FD22F48-4293-4E73-9CD8-97B7AC152C5B}" dt="2026-09-14T11:58:34.987" v="2253" actId="22"/>
          <ac:spMkLst>
            <pc:docMk/>
            <pc:sldMk cId="4106012138" sldId="258"/>
            <ac:spMk id="8" creationId="{6E473BEF-87DC-50C8-0312-B05F41686F03}"/>
          </ac:spMkLst>
        </pc:spChg>
      </pc:sldChg>
      <pc:sldChg chg="addSp delSp modSp mod">
        <pc:chgData name="Guillaume Pech" userId="f08b9316144fa13b" providerId="LiveId" clId="{0FD22F48-4293-4E73-9CD8-97B7AC152C5B}" dt="2026-09-14T14:29:14.860" v="2278" actId="1076"/>
        <pc:sldMkLst>
          <pc:docMk/>
          <pc:sldMk cId="3309492992" sldId="259"/>
        </pc:sldMkLst>
        <pc:spChg chg="add">
          <ac:chgData name="Guillaume Pech" userId="f08b9316144fa13b" providerId="LiveId" clId="{0FD22F48-4293-4E73-9CD8-97B7AC152C5B}" dt="2026-09-14T11:08:59.835" v="1954" actId="22"/>
          <ac:spMkLst>
            <pc:docMk/>
            <pc:sldMk cId="3309492992" sldId="259"/>
            <ac:spMk id="4" creationId="{720E2B86-25C2-6CE1-FA79-12FF7E0BED2B}"/>
          </ac:spMkLst>
        </pc:spChg>
        <pc:spChg chg="add">
          <ac:chgData name="Guillaume Pech" userId="f08b9316144fa13b" providerId="LiveId" clId="{0FD22F48-4293-4E73-9CD8-97B7AC152C5B}" dt="2026-09-13T13:27:11.172" v="1136" actId="22"/>
          <ac:spMkLst>
            <pc:docMk/>
            <pc:sldMk cId="3309492992" sldId="259"/>
            <ac:spMk id="6" creationId="{3503DB4B-6581-04C0-69E7-7823F262B755}"/>
          </ac:spMkLst>
        </pc:spChg>
        <pc:spChg chg="add">
          <ac:chgData name="Guillaume Pech" userId="f08b9316144fa13b" providerId="LiveId" clId="{0FD22F48-4293-4E73-9CD8-97B7AC152C5B}" dt="2026-09-14T11:08:59.835" v="1954" actId="22"/>
          <ac:spMkLst>
            <pc:docMk/>
            <pc:sldMk cId="3309492992" sldId="259"/>
            <ac:spMk id="7" creationId="{097F8F29-FA78-60F5-6CA5-8B6FFFC134F2}"/>
          </ac:spMkLst>
        </pc:spChg>
        <pc:spChg chg="add">
          <ac:chgData name="Guillaume Pech" userId="f08b9316144fa13b" providerId="LiveId" clId="{0FD22F48-4293-4E73-9CD8-97B7AC152C5B}" dt="2026-09-14T11:08:59.835" v="1954" actId="22"/>
          <ac:spMkLst>
            <pc:docMk/>
            <pc:sldMk cId="3309492992" sldId="259"/>
            <ac:spMk id="9" creationId="{96EF165C-15E9-BCE6-C844-150EF9C0E3A8}"/>
          </ac:spMkLst>
        </pc:spChg>
        <pc:spChg chg="add">
          <ac:chgData name="Guillaume Pech" userId="f08b9316144fa13b" providerId="LiveId" clId="{0FD22F48-4293-4E73-9CD8-97B7AC152C5B}" dt="2026-09-14T11:57:36.180" v="2229" actId="22"/>
          <ac:spMkLst>
            <pc:docMk/>
            <pc:sldMk cId="3309492992" sldId="259"/>
            <ac:spMk id="11" creationId="{B7B3A390-C5A7-2C81-04EA-9B8BF707C496}"/>
          </ac:spMkLst>
        </pc:spChg>
        <pc:picChg chg="add mod">
          <ac:chgData name="Guillaume Pech" userId="f08b9316144fa13b" providerId="LiveId" clId="{0FD22F48-4293-4E73-9CD8-97B7AC152C5B}" dt="2026-09-14T14:29:14.860" v="2278" actId="1076"/>
          <ac:picMkLst>
            <pc:docMk/>
            <pc:sldMk cId="3309492992" sldId="259"/>
            <ac:picMk id="3" creationId="{7DD91D51-19A2-6677-E0DD-D225EED64D94}"/>
          </ac:picMkLst>
        </pc:picChg>
      </pc:sldChg>
      <pc:sldChg chg="addSp delSp modSp new mod setBg">
        <pc:chgData name="Guillaume Pech" userId="f08b9316144fa13b" providerId="LiveId" clId="{0FD22F48-4293-4E73-9CD8-97B7AC152C5B}" dt="2026-09-14T14:10:00.693" v="2256" actId="1076"/>
        <pc:sldMkLst>
          <pc:docMk/>
          <pc:sldMk cId="2413181266" sldId="262"/>
        </pc:sldMkLst>
        <pc:picChg chg="add mod modCrop">
          <ac:chgData name="Guillaume Pech" userId="f08b9316144fa13b" providerId="LiveId" clId="{0FD22F48-4293-4E73-9CD8-97B7AC152C5B}" dt="2026-09-13T13:07:02.071" v="667" actId="1076"/>
          <ac:picMkLst>
            <pc:docMk/>
            <pc:sldMk cId="2413181266" sldId="262"/>
            <ac:picMk id="3" creationId="{12812509-F99B-C079-1FD6-70008B2E46EE}"/>
          </ac:picMkLst>
        </pc:picChg>
        <pc:picChg chg="add mod modCrop">
          <ac:chgData name="Guillaume Pech" userId="f08b9316144fa13b" providerId="LiveId" clId="{0FD22F48-4293-4E73-9CD8-97B7AC152C5B}" dt="2026-09-14T14:10:00.693" v="2256" actId="1076"/>
          <ac:picMkLst>
            <pc:docMk/>
            <pc:sldMk cId="2413181266" sldId="262"/>
            <ac:picMk id="6" creationId="{058EEA45-1AF1-6447-F8AE-60109C1823BE}"/>
          </ac:picMkLst>
        </pc:picChg>
      </pc:sldChg>
      <pc:sldChg chg="modSp new mod">
        <pc:chgData name="Guillaume Pech" userId="f08b9316144fa13b" providerId="LiveId" clId="{0FD22F48-4293-4E73-9CD8-97B7AC152C5B}" dt="2026-09-15T12:39:06.728" v="2374" actId="1076"/>
        <pc:sldMkLst>
          <pc:docMk/>
          <pc:sldMk cId="2422788466" sldId="263"/>
        </pc:sldMkLst>
        <pc:spChg chg="mod">
          <ac:chgData name="Guillaume Pech" userId="f08b9316144fa13b" providerId="LiveId" clId="{0FD22F48-4293-4E73-9CD8-97B7AC152C5B}" dt="2026-09-14T14:27:04.035" v="2276" actId="20577"/>
          <ac:spMkLst>
            <pc:docMk/>
            <pc:sldMk cId="2422788466" sldId="263"/>
            <ac:spMk id="2" creationId="{1062A864-9396-52AD-9736-7609C8F201D4}"/>
          </ac:spMkLst>
        </pc:spChg>
        <pc:spChg chg="mod">
          <ac:chgData name="Guillaume Pech" userId="f08b9316144fa13b" providerId="LiveId" clId="{0FD22F48-4293-4E73-9CD8-97B7AC152C5B}" dt="2026-09-15T12:39:06.728" v="2374" actId="1076"/>
          <ac:spMkLst>
            <pc:docMk/>
            <pc:sldMk cId="2422788466" sldId="263"/>
            <ac:spMk id="3" creationId="{AEDD93DF-0617-5913-428B-6AD6D4D9D4F8}"/>
          </ac:spMkLst>
        </pc:spChg>
      </pc:sldChg>
      <pc:sldChg chg="modSp new mod">
        <pc:chgData name="Guillaume Pech" userId="f08b9316144fa13b" providerId="LiveId" clId="{0FD22F48-4293-4E73-9CD8-97B7AC152C5B}" dt="2026-09-15T12:38:16.428" v="2320" actId="20577"/>
        <pc:sldMkLst>
          <pc:docMk/>
          <pc:sldMk cId="1275916020" sldId="264"/>
        </pc:sldMkLst>
        <pc:spChg chg="mod">
          <ac:chgData name="Guillaume Pech" userId="f08b9316144fa13b" providerId="LiveId" clId="{0FD22F48-4293-4E73-9CD8-97B7AC152C5B}" dt="2026-09-13T13:11:22.823" v="1059" actId="20577"/>
          <ac:spMkLst>
            <pc:docMk/>
            <pc:sldMk cId="1275916020" sldId="264"/>
            <ac:spMk id="2" creationId="{9BBD0FEA-0275-77CA-F6E0-CDF245F284C2}"/>
          </ac:spMkLst>
        </pc:spChg>
        <pc:spChg chg="mod">
          <ac:chgData name="Guillaume Pech" userId="f08b9316144fa13b" providerId="LiveId" clId="{0FD22F48-4293-4E73-9CD8-97B7AC152C5B}" dt="2026-09-15T12:38:16.428" v="2320" actId="20577"/>
          <ac:spMkLst>
            <pc:docMk/>
            <pc:sldMk cId="1275916020" sldId="264"/>
            <ac:spMk id="3" creationId="{CCC78FD6-AF71-816B-CF83-0D16832AB8B3}"/>
          </ac:spMkLst>
        </pc:spChg>
      </pc:sldChg>
      <pc:sldChg chg="addSp modSp add mod modTransition">
        <pc:chgData name="Guillaume Pech" userId="f08b9316144fa13b" providerId="LiveId" clId="{0FD22F48-4293-4E73-9CD8-97B7AC152C5B}" dt="2026-09-14T14:13:01.347" v="2259" actId="170"/>
        <pc:sldMkLst>
          <pc:docMk/>
          <pc:sldMk cId="1846730423" sldId="265"/>
        </pc:sldMkLst>
        <pc:spChg chg="add">
          <ac:chgData name="Guillaume Pech" userId="f08b9316144fa13b" providerId="LiveId" clId="{0FD22F48-4293-4E73-9CD8-97B7AC152C5B}" dt="2026-09-14T11:06:31.027" v="1905" actId="22"/>
          <ac:spMkLst>
            <pc:docMk/>
            <pc:sldMk cId="1846730423" sldId="265"/>
            <ac:spMk id="5" creationId="{75AE4B39-4D0B-CA3B-4B9D-08C8C8026178}"/>
          </ac:spMkLst>
        </pc:spChg>
        <pc:spChg chg="add">
          <ac:chgData name="Guillaume Pech" userId="f08b9316144fa13b" providerId="LiveId" clId="{0FD22F48-4293-4E73-9CD8-97B7AC152C5B}" dt="2026-09-14T11:06:31.027" v="1905" actId="22"/>
          <ac:spMkLst>
            <pc:docMk/>
            <pc:sldMk cId="1846730423" sldId="265"/>
            <ac:spMk id="7" creationId="{186A902C-0B43-7FEF-94AE-0027EFC44D07}"/>
          </ac:spMkLst>
        </pc:spChg>
        <pc:spChg chg="add ord">
          <ac:chgData name="Guillaume Pech" userId="f08b9316144fa13b" providerId="LiveId" clId="{0FD22F48-4293-4E73-9CD8-97B7AC152C5B}" dt="2026-09-14T14:13:01.347" v="2259" actId="170"/>
          <ac:spMkLst>
            <pc:docMk/>
            <pc:sldMk cId="1846730423" sldId="265"/>
            <ac:spMk id="9" creationId="{3A640425-D3F7-E7A0-D452-788522563921}"/>
          </ac:spMkLst>
        </pc:spChg>
        <pc:picChg chg="add ord">
          <ac:chgData name="Guillaume Pech" userId="f08b9316144fa13b" providerId="LiveId" clId="{0FD22F48-4293-4E73-9CD8-97B7AC152C5B}" dt="2026-09-14T11:06:37.592" v="1907" actId="166"/>
          <ac:picMkLst>
            <pc:docMk/>
            <pc:sldMk cId="1846730423" sldId="265"/>
            <ac:picMk id="3" creationId="{A5133E00-B73E-E4D0-91C8-C92AA59146DD}"/>
          </ac:picMkLst>
        </pc:picChg>
        <pc:picChg chg="mod">
          <ac:chgData name="Guillaume Pech" userId="f08b9316144fa13b" providerId="LiveId" clId="{0FD22F48-4293-4E73-9CD8-97B7AC152C5B}" dt="2026-09-14T11:06:43.600" v="1909" actId="1076"/>
          <ac:picMkLst>
            <pc:docMk/>
            <pc:sldMk cId="1846730423" sldId="265"/>
            <ac:picMk id="4" creationId="{4D5E76B5-0330-6FFB-3B93-52D8DFE0E52A}"/>
          </ac:picMkLst>
        </pc:picChg>
      </pc:sldChg>
      <pc:sldChg chg="addSp delSp modSp new mod">
        <pc:chgData name="Guillaume Pech" userId="f08b9316144fa13b" providerId="LiveId" clId="{0FD22F48-4293-4E73-9CD8-97B7AC152C5B}" dt="2026-09-14T11:58:14.695" v="2246" actId="1076"/>
        <pc:sldMkLst>
          <pc:docMk/>
          <pc:sldMk cId="1212245596" sldId="272"/>
        </pc:sldMkLst>
        <pc:spChg chg="add">
          <ac:chgData name="Guillaume Pech" userId="f08b9316144fa13b" providerId="LiveId" clId="{0FD22F48-4293-4E73-9CD8-97B7AC152C5B}" dt="2026-09-14T11:08:32.433" v="1943" actId="22"/>
          <ac:spMkLst>
            <pc:docMk/>
            <pc:sldMk cId="1212245596" sldId="272"/>
            <ac:spMk id="3" creationId="{68748054-01F9-2B3A-1366-A1671CA3483D}"/>
          </ac:spMkLst>
        </pc:spChg>
        <pc:spChg chg="add">
          <ac:chgData name="Guillaume Pech" userId="f08b9316144fa13b" providerId="LiveId" clId="{0FD22F48-4293-4E73-9CD8-97B7AC152C5B}" dt="2026-09-14T11:08:32.433" v="1943" actId="22"/>
          <ac:spMkLst>
            <pc:docMk/>
            <pc:sldMk cId="1212245596" sldId="272"/>
            <ac:spMk id="6" creationId="{1E18C57D-0AF6-BA19-4C28-F7F12B249B4A}"/>
          </ac:spMkLst>
        </pc:spChg>
        <pc:spChg chg="add mod">
          <ac:chgData name="Guillaume Pech" userId="f08b9316144fa13b" providerId="LiveId" clId="{0FD22F48-4293-4E73-9CD8-97B7AC152C5B}" dt="2026-09-14T11:58:14.695" v="2246" actId="1076"/>
          <ac:spMkLst>
            <pc:docMk/>
            <pc:sldMk cId="1212245596" sldId="272"/>
            <ac:spMk id="7" creationId="{B54425E8-9D07-132C-5F20-EBE6C9F9DBAF}"/>
          </ac:spMkLst>
        </pc:spChg>
        <pc:spChg chg="add mod">
          <ac:chgData name="Guillaume Pech" userId="f08b9316144fa13b" providerId="LiveId" clId="{0FD22F48-4293-4E73-9CD8-97B7AC152C5B}" dt="2026-09-14T11:08:52.473" v="1953" actId="207"/>
          <ac:spMkLst>
            <pc:docMk/>
            <pc:sldMk cId="1212245596" sldId="272"/>
            <ac:spMk id="9" creationId="{D924A23C-FF0A-FCDF-6AED-5BA7FDEA30BA}"/>
          </ac:spMkLst>
        </pc:spChg>
        <pc:spChg chg="add">
          <ac:chgData name="Guillaume Pech" userId="f08b9316144fa13b" providerId="LiveId" clId="{0FD22F48-4293-4E73-9CD8-97B7AC152C5B}" dt="2026-09-14T11:57:41.756" v="2237" actId="22"/>
          <ac:spMkLst>
            <pc:docMk/>
            <pc:sldMk cId="1212245596" sldId="272"/>
            <ac:spMk id="11" creationId="{DE5D4CCE-6525-DE2A-343D-9F6E73014491}"/>
          </ac:spMkLst>
        </pc:spChg>
        <pc:picChg chg="add mod">
          <ac:chgData name="Guillaume Pech" userId="f08b9316144fa13b" providerId="LiveId" clId="{0FD22F48-4293-4E73-9CD8-97B7AC152C5B}" dt="2026-09-14T11:58:11.153" v="2245" actId="14100"/>
          <ac:picMkLst>
            <pc:docMk/>
            <pc:sldMk cId="1212245596" sldId="272"/>
            <ac:picMk id="5" creationId="{08400C7D-AF5D-E824-82E1-4FF2AC1CFDBB}"/>
          </ac:picMkLst>
        </pc:picChg>
      </pc:sldChg>
      <pc:sldChg chg="addSp delSp modSp new mod">
        <pc:chgData name="Guillaume Pech" userId="f08b9316144fa13b" providerId="LiveId" clId="{0FD22F48-4293-4E73-9CD8-97B7AC152C5B}" dt="2026-09-14T11:57:34.895" v="2228" actId="22"/>
        <pc:sldMkLst>
          <pc:docMk/>
          <pc:sldMk cId="4101755984" sldId="273"/>
        </pc:sldMkLst>
        <pc:spChg chg="add mod">
          <ac:chgData name="Guillaume Pech" userId="f08b9316144fa13b" providerId="LiveId" clId="{0FD22F48-4293-4E73-9CD8-97B7AC152C5B}" dt="2026-09-14T11:09:36.833" v="1957" actId="1076"/>
          <ac:spMkLst>
            <pc:docMk/>
            <pc:sldMk cId="4101755984" sldId="273"/>
            <ac:spMk id="3" creationId="{D48950BF-FAB2-5DF4-5C1B-314CA5456119}"/>
          </ac:spMkLst>
        </pc:spChg>
        <pc:spChg chg="add">
          <ac:chgData name="Guillaume Pech" userId="f08b9316144fa13b" providerId="LiveId" clId="{0FD22F48-4293-4E73-9CD8-97B7AC152C5B}" dt="2026-09-14T11:09:42.765" v="1960" actId="22"/>
          <ac:spMkLst>
            <pc:docMk/>
            <pc:sldMk cId="4101755984" sldId="273"/>
            <ac:spMk id="4" creationId="{5CBEA418-FD64-C312-DF1F-6E6D5211B777}"/>
          </ac:spMkLst>
        </pc:spChg>
        <pc:spChg chg="add mod">
          <ac:chgData name="Guillaume Pech" userId="f08b9316144fa13b" providerId="LiveId" clId="{0FD22F48-4293-4E73-9CD8-97B7AC152C5B}" dt="2026-09-14T11:09:41.536" v="1959" actId="404"/>
          <ac:spMkLst>
            <pc:docMk/>
            <pc:sldMk cId="4101755984" sldId="273"/>
            <ac:spMk id="6" creationId="{91CD60EC-76C7-70E0-9ABA-9AA02FCD534A}"/>
          </ac:spMkLst>
        </pc:spChg>
        <pc:spChg chg="add">
          <ac:chgData name="Guillaume Pech" userId="f08b9316144fa13b" providerId="LiveId" clId="{0FD22F48-4293-4E73-9CD8-97B7AC152C5B}" dt="2026-09-14T11:09:42.765" v="1960" actId="22"/>
          <ac:spMkLst>
            <pc:docMk/>
            <pc:sldMk cId="4101755984" sldId="273"/>
            <ac:spMk id="7" creationId="{50ECCC08-3C26-6DD8-D3EF-F491E09CCAB6}"/>
          </ac:spMkLst>
        </pc:spChg>
        <pc:spChg chg="add">
          <ac:chgData name="Guillaume Pech" userId="f08b9316144fa13b" providerId="LiveId" clId="{0FD22F48-4293-4E73-9CD8-97B7AC152C5B}" dt="2026-09-14T11:09:42.765" v="1960" actId="22"/>
          <ac:spMkLst>
            <pc:docMk/>
            <pc:sldMk cId="4101755984" sldId="273"/>
            <ac:spMk id="10" creationId="{34238181-CC5C-9A7C-7CDF-D86AA4299D1F}"/>
          </ac:spMkLst>
        </pc:spChg>
        <pc:spChg chg="add mod">
          <ac:chgData name="Guillaume Pech" userId="f08b9316144fa13b" providerId="LiveId" clId="{0FD22F48-4293-4E73-9CD8-97B7AC152C5B}" dt="2026-09-14T11:10:10.191" v="1973" actId="1036"/>
          <ac:spMkLst>
            <pc:docMk/>
            <pc:sldMk cId="4101755984" sldId="273"/>
            <ac:spMk id="12" creationId="{6D131329-417A-DCBB-EA1F-175A0D2D8F23}"/>
          </ac:spMkLst>
        </pc:spChg>
        <pc:spChg chg="add">
          <ac:chgData name="Guillaume Pech" userId="f08b9316144fa13b" providerId="LiveId" clId="{0FD22F48-4293-4E73-9CD8-97B7AC152C5B}" dt="2026-09-14T11:57:34.895" v="2228" actId="22"/>
          <ac:spMkLst>
            <pc:docMk/>
            <pc:sldMk cId="4101755984" sldId="273"/>
            <ac:spMk id="14" creationId="{4274E6CE-AF02-E064-3787-5C1273C50EE9}"/>
          </ac:spMkLst>
        </pc:spChg>
        <pc:picChg chg="add mod">
          <ac:chgData name="Guillaume Pech" userId="f08b9316144fa13b" providerId="LiveId" clId="{0FD22F48-4293-4E73-9CD8-97B7AC152C5B}" dt="2026-09-14T11:09:38.021" v="1958" actId="1076"/>
          <ac:picMkLst>
            <pc:docMk/>
            <pc:sldMk cId="4101755984" sldId="273"/>
            <ac:picMk id="8" creationId="{D953503D-B882-66B0-79F9-52C0DD108203}"/>
          </ac:picMkLst>
        </pc:picChg>
      </pc:sldChg>
      <pc:sldChg chg="modSp add mod">
        <pc:chgData name="Guillaume Pech" userId="f08b9316144fa13b" providerId="LiveId" clId="{0FD22F48-4293-4E73-9CD8-97B7AC152C5B}" dt="2026-09-14T11:05:05.659" v="1857" actId="2710"/>
        <pc:sldMkLst>
          <pc:docMk/>
          <pc:sldMk cId="1604530458" sldId="275"/>
        </pc:sldMkLst>
        <pc:spChg chg="mod">
          <ac:chgData name="Guillaume Pech" userId="f08b9316144fa13b" providerId="LiveId" clId="{0FD22F48-4293-4E73-9CD8-97B7AC152C5B}" dt="2026-09-13T16:51:56.136" v="1253" actId="20577"/>
          <ac:spMkLst>
            <pc:docMk/>
            <pc:sldMk cId="1604530458" sldId="275"/>
            <ac:spMk id="2" creationId="{F4A25DAD-4996-8C61-0F39-2B4EE0F1D52D}"/>
          </ac:spMkLst>
        </pc:spChg>
        <pc:spChg chg="mod">
          <ac:chgData name="Guillaume Pech" userId="f08b9316144fa13b" providerId="LiveId" clId="{0FD22F48-4293-4E73-9CD8-97B7AC152C5B}" dt="2026-09-14T11:05:05.659" v="1857" actId="2710"/>
          <ac:spMkLst>
            <pc:docMk/>
            <pc:sldMk cId="1604530458" sldId="275"/>
            <ac:spMk id="3" creationId="{3179307D-A956-347F-2369-0628F32DB51A}"/>
          </ac:spMkLst>
        </pc:spChg>
      </pc:sldChg>
      <pc:sldChg chg="add">
        <pc:chgData name="Guillaume Pech" userId="f08b9316144fa13b" providerId="LiveId" clId="{0FD22F48-4293-4E73-9CD8-97B7AC152C5B}" dt="2026-09-14T11:00:04.077" v="1732"/>
        <pc:sldMkLst>
          <pc:docMk/>
          <pc:sldMk cId="3534753801" sldId="276"/>
        </pc:sldMkLst>
      </pc:sldChg>
      <pc:sldChg chg="add">
        <pc:chgData name="Guillaume Pech" userId="f08b9316144fa13b" providerId="LiveId" clId="{0FD22F48-4293-4E73-9CD8-97B7AC152C5B}" dt="2026-09-14T11:00:04.077" v="1732"/>
        <pc:sldMkLst>
          <pc:docMk/>
          <pc:sldMk cId="4169860183" sldId="277"/>
        </pc:sldMkLst>
      </pc:sldChg>
      <pc:sldChg chg="addSp delSp modSp new mod">
        <pc:chgData name="Guillaume Pech" userId="f08b9316144fa13b" providerId="LiveId" clId="{0FD22F48-4293-4E73-9CD8-97B7AC152C5B}" dt="2026-09-14T11:57:17.876" v="2220" actId="1076"/>
        <pc:sldMkLst>
          <pc:docMk/>
          <pc:sldMk cId="3454384237" sldId="278"/>
        </pc:sldMkLst>
        <pc:spChg chg="add mod">
          <ac:chgData name="Guillaume Pech" userId="f08b9316144fa13b" providerId="LiveId" clId="{0FD22F48-4293-4E73-9CD8-97B7AC152C5B}" dt="2026-09-14T11:12:00.073" v="2022" actId="1076"/>
          <ac:spMkLst>
            <pc:docMk/>
            <pc:sldMk cId="3454384237" sldId="278"/>
            <ac:spMk id="9" creationId="{25EBF458-992C-6F01-6BA9-2C004E7DB815}"/>
          </ac:spMkLst>
        </pc:spChg>
        <pc:spChg chg="add mod">
          <ac:chgData name="Guillaume Pech" userId="f08b9316144fa13b" providerId="LiveId" clId="{0FD22F48-4293-4E73-9CD8-97B7AC152C5B}" dt="2026-09-14T11:02:30.956" v="1752" actId="1076"/>
          <ac:spMkLst>
            <pc:docMk/>
            <pc:sldMk cId="3454384237" sldId="278"/>
            <ac:spMk id="11" creationId="{4038E923-E319-E264-6329-ADE1AEB0A57E}"/>
          </ac:spMkLst>
        </pc:spChg>
        <pc:spChg chg="add">
          <ac:chgData name="Guillaume Pech" userId="f08b9316144fa13b" providerId="LiveId" clId="{0FD22F48-4293-4E73-9CD8-97B7AC152C5B}" dt="2026-09-14T11:11:53.466" v="2020" actId="22"/>
          <ac:spMkLst>
            <pc:docMk/>
            <pc:sldMk cId="3454384237" sldId="278"/>
            <ac:spMk id="32" creationId="{4B02CDCE-3433-58FD-3B02-B1A3F5F2B3F7}"/>
          </ac:spMkLst>
        </pc:spChg>
        <pc:spChg chg="add">
          <ac:chgData name="Guillaume Pech" userId="f08b9316144fa13b" providerId="LiveId" clId="{0FD22F48-4293-4E73-9CD8-97B7AC152C5B}" dt="2026-09-14T11:11:53.466" v="2020" actId="22"/>
          <ac:spMkLst>
            <pc:docMk/>
            <pc:sldMk cId="3454384237" sldId="278"/>
            <ac:spMk id="34" creationId="{20129E2A-F24E-7966-2AF9-43C4D4426FCB}"/>
          </ac:spMkLst>
        </pc:spChg>
        <pc:spChg chg="add">
          <ac:chgData name="Guillaume Pech" userId="f08b9316144fa13b" providerId="LiveId" clId="{0FD22F48-4293-4E73-9CD8-97B7AC152C5B}" dt="2026-09-14T11:11:53.466" v="2020" actId="22"/>
          <ac:spMkLst>
            <pc:docMk/>
            <pc:sldMk cId="3454384237" sldId="278"/>
            <ac:spMk id="36" creationId="{DF1C1D03-2D92-5850-F8CE-21BCC580ADED}"/>
          </ac:spMkLst>
        </pc:spChg>
        <pc:spChg chg="add">
          <ac:chgData name="Guillaume Pech" userId="f08b9316144fa13b" providerId="LiveId" clId="{0FD22F48-4293-4E73-9CD8-97B7AC152C5B}" dt="2026-09-14T11:11:53.466" v="2020" actId="22"/>
          <ac:spMkLst>
            <pc:docMk/>
            <pc:sldMk cId="3454384237" sldId="278"/>
            <ac:spMk id="38" creationId="{4887506C-CED8-2873-679B-A3659CF1EB90}"/>
          </ac:spMkLst>
        </pc:spChg>
        <pc:spChg chg="add">
          <ac:chgData name="Guillaume Pech" userId="f08b9316144fa13b" providerId="LiveId" clId="{0FD22F48-4293-4E73-9CD8-97B7AC152C5B}" dt="2026-09-14T11:11:53.466" v="2020" actId="22"/>
          <ac:spMkLst>
            <pc:docMk/>
            <pc:sldMk cId="3454384237" sldId="278"/>
            <ac:spMk id="40" creationId="{6CAF5259-787B-6B7C-C068-FEB19E1CB7E6}"/>
          </ac:spMkLst>
        </pc:spChg>
        <pc:spChg chg="add">
          <ac:chgData name="Guillaume Pech" userId="f08b9316144fa13b" providerId="LiveId" clId="{0FD22F48-4293-4E73-9CD8-97B7AC152C5B}" dt="2026-09-14T11:57:09.756" v="2217" actId="22"/>
          <ac:spMkLst>
            <pc:docMk/>
            <pc:sldMk cId="3454384237" sldId="278"/>
            <ac:spMk id="42" creationId="{4EB21D04-337B-E64E-7D46-3F5D932F08F8}"/>
          </ac:spMkLst>
        </pc:spChg>
        <pc:picChg chg="add mod">
          <ac:chgData name="Guillaume Pech" userId="f08b9316144fa13b" providerId="LiveId" clId="{0FD22F48-4293-4E73-9CD8-97B7AC152C5B}" dt="2026-09-14T11:57:17.876" v="2220" actId="1076"/>
          <ac:picMkLst>
            <pc:docMk/>
            <pc:sldMk cId="3454384237" sldId="278"/>
            <ac:picMk id="5" creationId="{CC94883F-4462-65AC-68F3-F418B2B6E176}"/>
          </ac:picMkLst>
        </pc:picChg>
        <pc:picChg chg="add mod">
          <ac:chgData name="Guillaume Pech" userId="f08b9316144fa13b" providerId="LiveId" clId="{0FD22F48-4293-4E73-9CD8-97B7AC152C5B}" dt="2026-09-14T11:02:57.906" v="1762" actId="1076"/>
          <ac:picMkLst>
            <pc:docMk/>
            <pc:sldMk cId="3454384237" sldId="278"/>
            <ac:picMk id="7" creationId="{85F1A8CC-1036-C5CC-62F3-8BDEFD0F0042}"/>
          </ac:picMkLst>
        </pc:picChg>
        <pc:picChg chg="add mod">
          <ac:chgData name="Guillaume Pech" userId="f08b9316144fa13b" providerId="LiveId" clId="{0FD22F48-4293-4E73-9CD8-97B7AC152C5B}" dt="2026-09-14T11:02:55.219" v="1761" actId="1076"/>
          <ac:picMkLst>
            <pc:docMk/>
            <pc:sldMk cId="3454384237" sldId="278"/>
            <ac:picMk id="13" creationId="{F7E5CF76-5B8D-1F6E-6DF6-88B478A3EF9A}"/>
          </ac:picMkLst>
        </pc:picChg>
        <pc:inkChg chg="add">
          <ac:chgData name="Guillaume Pech" userId="f08b9316144fa13b" providerId="LiveId" clId="{0FD22F48-4293-4E73-9CD8-97B7AC152C5B}" dt="2026-09-14T11:03:05.700" v="1764"/>
          <ac:inkMkLst>
            <pc:docMk/>
            <pc:sldMk cId="3454384237" sldId="278"/>
            <ac:inkMk id="15" creationId="{E818F1D6-3408-D551-0C7E-4CD01BA719B9}"/>
          </ac:inkMkLst>
        </pc:inkChg>
        <pc:inkChg chg="add">
          <ac:chgData name="Guillaume Pech" userId="f08b9316144fa13b" providerId="LiveId" clId="{0FD22F48-4293-4E73-9CD8-97B7AC152C5B}" dt="2026-09-14T11:03:09.335" v="1765" actId="9405"/>
          <ac:inkMkLst>
            <pc:docMk/>
            <pc:sldMk cId="3454384237" sldId="278"/>
            <ac:inkMk id="16" creationId="{A912D5B2-68C1-15AB-F411-0EA9895C0B06}"/>
          </ac:inkMkLst>
        </pc:inkChg>
        <pc:inkChg chg="add">
          <ac:chgData name="Guillaume Pech" userId="f08b9316144fa13b" providerId="LiveId" clId="{0FD22F48-4293-4E73-9CD8-97B7AC152C5B}" dt="2026-09-14T11:03:11.774" v="1766" actId="9405"/>
          <ac:inkMkLst>
            <pc:docMk/>
            <pc:sldMk cId="3454384237" sldId="278"/>
            <ac:inkMk id="17" creationId="{4868975E-59CB-00E4-92EF-5097B24231F2}"/>
          </ac:inkMkLst>
        </pc:inkChg>
        <pc:inkChg chg="add">
          <ac:chgData name="Guillaume Pech" userId="f08b9316144fa13b" providerId="LiveId" clId="{0FD22F48-4293-4E73-9CD8-97B7AC152C5B}" dt="2026-09-14T11:03:17.528" v="1767" actId="9405"/>
          <ac:inkMkLst>
            <pc:docMk/>
            <pc:sldMk cId="3454384237" sldId="278"/>
            <ac:inkMk id="18" creationId="{0382A343-6E53-980E-F3E8-D5A373BF2652}"/>
          </ac:inkMkLst>
        </pc:inkChg>
        <pc:inkChg chg="add">
          <ac:chgData name="Guillaume Pech" userId="f08b9316144fa13b" providerId="LiveId" clId="{0FD22F48-4293-4E73-9CD8-97B7AC152C5B}" dt="2026-09-14T11:03:20.160" v="1768" actId="9405"/>
          <ac:inkMkLst>
            <pc:docMk/>
            <pc:sldMk cId="3454384237" sldId="278"/>
            <ac:inkMk id="19" creationId="{0E01BC16-D8F6-CAD1-78FF-CB21BCB1BE63}"/>
          </ac:inkMkLst>
        </pc:inkChg>
        <pc:inkChg chg="add">
          <ac:chgData name="Guillaume Pech" userId="f08b9316144fa13b" providerId="LiveId" clId="{0FD22F48-4293-4E73-9CD8-97B7AC152C5B}" dt="2026-09-14T11:03:22.117" v="1769" actId="9405"/>
          <ac:inkMkLst>
            <pc:docMk/>
            <pc:sldMk cId="3454384237" sldId="278"/>
            <ac:inkMk id="20" creationId="{E4F270F2-7A44-6319-97F0-87993EE3D7E4}"/>
          </ac:inkMkLst>
        </pc:inkChg>
        <pc:inkChg chg="add">
          <ac:chgData name="Guillaume Pech" userId="f08b9316144fa13b" providerId="LiveId" clId="{0FD22F48-4293-4E73-9CD8-97B7AC152C5B}" dt="2026-09-14T11:03:28.712" v="1770" actId="9405"/>
          <ac:inkMkLst>
            <pc:docMk/>
            <pc:sldMk cId="3454384237" sldId="278"/>
            <ac:inkMk id="21" creationId="{CCEE10A9-C58B-0D52-1D78-B391D7B385E7}"/>
          </ac:inkMkLst>
        </pc:inkChg>
        <pc:inkChg chg="add">
          <ac:chgData name="Guillaume Pech" userId="f08b9316144fa13b" providerId="LiveId" clId="{0FD22F48-4293-4E73-9CD8-97B7AC152C5B}" dt="2026-09-14T11:03:32.171" v="1771" actId="9405"/>
          <ac:inkMkLst>
            <pc:docMk/>
            <pc:sldMk cId="3454384237" sldId="278"/>
            <ac:inkMk id="22" creationId="{F69F1351-3DA3-D4D6-623D-F8526896F492}"/>
          </ac:inkMkLst>
        </pc:inkChg>
        <pc:inkChg chg="add">
          <ac:chgData name="Guillaume Pech" userId="f08b9316144fa13b" providerId="LiveId" clId="{0FD22F48-4293-4E73-9CD8-97B7AC152C5B}" dt="2026-09-14T11:03:36.084" v="1773"/>
          <ac:inkMkLst>
            <pc:docMk/>
            <pc:sldMk cId="3454384237" sldId="278"/>
            <ac:inkMk id="24" creationId="{90FD7FC0-6BCE-C059-1195-C33B020940E2}"/>
          </ac:inkMkLst>
        </pc:inkChg>
        <pc:inkChg chg="add">
          <ac:chgData name="Guillaume Pech" userId="f08b9316144fa13b" providerId="LiveId" clId="{0FD22F48-4293-4E73-9CD8-97B7AC152C5B}" dt="2026-09-14T11:03:42.682" v="1774" actId="9405"/>
          <ac:inkMkLst>
            <pc:docMk/>
            <pc:sldMk cId="3454384237" sldId="278"/>
            <ac:inkMk id="25" creationId="{49EBA7CE-C6CE-2DE3-84CC-7F579DADAEED}"/>
          </ac:inkMkLst>
        </pc:inkChg>
        <pc:inkChg chg="add">
          <ac:chgData name="Guillaume Pech" userId="f08b9316144fa13b" providerId="LiveId" clId="{0FD22F48-4293-4E73-9CD8-97B7AC152C5B}" dt="2026-09-14T11:03:46.129" v="1775" actId="9405"/>
          <ac:inkMkLst>
            <pc:docMk/>
            <pc:sldMk cId="3454384237" sldId="278"/>
            <ac:inkMk id="26" creationId="{9CB7AE77-1BFC-F505-1FF2-F66D59F3006A}"/>
          </ac:inkMkLst>
        </pc:inkChg>
        <pc:inkChg chg="add">
          <ac:chgData name="Guillaume Pech" userId="f08b9316144fa13b" providerId="LiveId" clId="{0FD22F48-4293-4E73-9CD8-97B7AC152C5B}" dt="2026-09-14T11:03:50.103" v="1776" actId="9405"/>
          <ac:inkMkLst>
            <pc:docMk/>
            <pc:sldMk cId="3454384237" sldId="278"/>
            <ac:inkMk id="27" creationId="{E368C664-DE6A-25A8-6996-D95307F85050}"/>
          </ac:inkMkLst>
        </pc:inkChg>
        <pc:inkChg chg="add">
          <ac:chgData name="Guillaume Pech" userId="f08b9316144fa13b" providerId="LiveId" clId="{0FD22F48-4293-4E73-9CD8-97B7AC152C5B}" dt="2026-09-14T11:03:54.344" v="1777" actId="9405"/>
          <ac:inkMkLst>
            <pc:docMk/>
            <pc:sldMk cId="3454384237" sldId="278"/>
            <ac:inkMk id="28" creationId="{99314F77-53AC-34B7-BEF4-E2995C74D152}"/>
          </ac:inkMkLst>
        </pc:inkChg>
        <pc:inkChg chg="add">
          <ac:chgData name="Guillaume Pech" userId="f08b9316144fa13b" providerId="LiveId" clId="{0FD22F48-4293-4E73-9CD8-97B7AC152C5B}" dt="2026-09-14T11:03:58.164" v="1778" actId="9405"/>
          <ac:inkMkLst>
            <pc:docMk/>
            <pc:sldMk cId="3454384237" sldId="278"/>
            <ac:inkMk id="29" creationId="{D8804B6E-451D-A9F3-62AE-48E552F64BD6}"/>
          </ac:inkMkLst>
        </pc:inkChg>
        <pc:inkChg chg="add">
          <ac:chgData name="Guillaume Pech" userId="f08b9316144fa13b" providerId="LiveId" clId="{0FD22F48-4293-4E73-9CD8-97B7AC152C5B}" dt="2026-09-14T11:04:00.229" v="1779" actId="9405"/>
          <ac:inkMkLst>
            <pc:docMk/>
            <pc:sldMk cId="3454384237" sldId="278"/>
            <ac:inkMk id="30" creationId="{1C203D54-0642-E4F3-E2D6-2B4C1FAF5F53}"/>
          </ac:inkMkLst>
        </pc:inkChg>
      </pc:sldChg>
      <pc:sldChg chg="addSp delSp modSp new mod">
        <pc:chgData name="Guillaume Pech" userId="f08b9316144fa13b" providerId="LiveId" clId="{0FD22F48-4293-4E73-9CD8-97B7AC152C5B}" dt="2026-09-14T11:57:20.777" v="2221" actId="22"/>
        <pc:sldMkLst>
          <pc:docMk/>
          <pc:sldMk cId="499097234" sldId="279"/>
        </pc:sldMkLst>
        <pc:spChg chg="add mod">
          <ac:chgData name="Guillaume Pech" userId="f08b9316144fa13b" providerId="LiveId" clId="{0FD22F48-4293-4E73-9CD8-97B7AC152C5B}" dt="2026-09-14T09:16:34.608" v="1483" actId="20577"/>
          <ac:spMkLst>
            <pc:docMk/>
            <pc:sldMk cId="499097234" sldId="279"/>
            <ac:spMk id="11" creationId="{3F709555-F9EE-0263-3AC1-0D1AD4881DE0}"/>
          </ac:spMkLst>
        </pc:spChg>
        <pc:spChg chg="add">
          <ac:chgData name="Guillaume Pech" userId="f08b9316144fa13b" providerId="LiveId" clId="{0FD22F48-4293-4E73-9CD8-97B7AC152C5B}" dt="2026-09-14T11:11:15.866" v="2000" actId="22"/>
          <ac:spMkLst>
            <pc:docMk/>
            <pc:sldMk cId="499097234" sldId="279"/>
            <ac:spMk id="22" creationId="{15C52E79-14E7-F99E-7966-F97D1CFA4B10}"/>
          </ac:spMkLst>
        </pc:spChg>
        <pc:spChg chg="add">
          <ac:chgData name="Guillaume Pech" userId="f08b9316144fa13b" providerId="LiveId" clId="{0FD22F48-4293-4E73-9CD8-97B7AC152C5B}" dt="2026-09-14T11:11:15.866" v="2000" actId="22"/>
          <ac:spMkLst>
            <pc:docMk/>
            <pc:sldMk cId="499097234" sldId="279"/>
            <ac:spMk id="24" creationId="{738B491E-222B-289C-CFBF-AC0FC692C6D5}"/>
          </ac:spMkLst>
        </pc:spChg>
        <pc:spChg chg="add">
          <ac:chgData name="Guillaume Pech" userId="f08b9316144fa13b" providerId="LiveId" clId="{0FD22F48-4293-4E73-9CD8-97B7AC152C5B}" dt="2026-09-14T11:11:15.866" v="2000" actId="22"/>
          <ac:spMkLst>
            <pc:docMk/>
            <pc:sldMk cId="499097234" sldId="279"/>
            <ac:spMk id="26" creationId="{E31D675E-C81A-317C-E1F7-2CC85C8ADE81}"/>
          </ac:spMkLst>
        </pc:spChg>
        <pc:spChg chg="add">
          <ac:chgData name="Guillaume Pech" userId="f08b9316144fa13b" providerId="LiveId" clId="{0FD22F48-4293-4E73-9CD8-97B7AC152C5B}" dt="2026-09-14T11:11:15.866" v="2000" actId="22"/>
          <ac:spMkLst>
            <pc:docMk/>
            <pc:sldMk cId="499097234" sldId="279"/>
            <ac:spMk id="28" creationId="{B9F0B1DD-A99B-1D6F-90DC-CBCD001D0A04}"/>
          </ac:spMkLst>
        </pc:spChg>
        <pc:spChg chg="add">
          <ac:chgData name="Guillaume Pech" userId="f08b9316144fa13b" providerId="LiveId" clId="{0FD22F48-4293-4E73-9CD8-97B7AC152C5B}" dt="2026-09-14T11:11:15.866" v="2000" actId="22"/>
          <ac:spMkLst>
            <pc:docMk/>
            <pc:sldMk cId="499097234" sldId="279"/>
            <ac:spMk id="30" creationId="{FA2B0725-EB1F-5B68-FF40-EBDB1DE75D67}"/>
          </ac:spMkLst>
        </pc:spChg>
        <pc:spChg chg="add">
          <ac:chgData name="Guillaume Pech" userId="f08b9316144fa13b" providerId="LiveId" clId="{0FD22F48-4293-4E73-9CD8-97B7AC152C5B}" dt="2026-09-14T11:57:20.777" v="2221" actId="22"/>
          <ac:spMkLst>
            <pc:docMk/>
            <pc:sldMk cId="499097234" sldId="279"/>
            <ac:spMk id="32" creationId="{79370EF1-5B4B-D2C4-392A-CC7A363A82AB}"/>
          </ac:spMkLst>
        </pc:spChg>
        <pc:picChg chg="add mod">
          <ac:chgData name="Guillaume Pech" userId="f08b9316144fa13b" providerId="LiveId" clId="{0FD22F48-4293-4E73-9CD8-97B7AC152C5B}" dt="2026-09-14T09:16:00.533" v="1453" actId="1076"/>
          <ac:picMkLst>
            <pc:docMk/>
            <pc:sldMk cId="499097234" sldId="279"/>
            <ac:picMk id="5" creationId="{DD7CD63E-58F2-E9CF-7AE7-E16489ECAE62}"/>
          </ac:picMkLst>
        </pc:picChg>
        <pc:picChg chg="add mod">
          <ac:chgData name="Guillaume Pech" userId="f08b9316144fa13b" providerId="LiveId" clId="{0FD22F48-4293-4E73-9CD8-97B7AC152C5B}" dt="2026-09-14T11:11:18.034" v="2001" actId="1076"/>
          <ac:picMkLst>
            <pc:docMk/>
            <pc:sldMk cId="499097234" sldId="279"/>
            <ac:picMk id="7" creationId="{0938168B-813F-2A71-40BD-32232127F8EC}"/>
          </ac:picMkLst>
        </pc:picChg>
        <pc:picChg chg="add mod">
          <ac:chgData name="Guillaume Pech" userId="f08b9316144fa13b" providerId="LiveId" clId="{0FD22F48-4293-4E73-9CD8-97B7AC152C5B}" dt="2026-09-14T11:11:14.575" v="1999" actId="14100"/>
          <ac:picMkLst>
            <pc:docMk/>
            <pc:sldMk cId="499097234" sldId="279"/>
            <ac:picMk id="9" creationId="{128EBAF2-8B12-DA29-A5A5-0DE6E38E5915}"/>
          </ac:picMkLst>
        </pc:picChg>
        <pc:inkChg chg="add">
          <ac:chgData name="Guillaume Pech" userId="f08b9316144fa13b" providerId="LiveId" clId="{0FD22F48-4293-4E73-9CD8-97B7AC152C5B}" dt="2026-09-14T11:01:05.495" v="1745" actId="9405"/>
          <ac:inkMkLst>
            <pc:docMk/>
            <pc:sldMk cId="499097234" sldId="279"/>
            <ac:inkMk id="18" creationId="{1507742F-E74D-2295-50B7-A9EE89B7456C}"/>
          </ac:inkMkLst>
        </pc:inkChg>
        <pc:inkChg chg="add">
          <ac:chgData name="Guillaume Pech" userId="f08b9316144fa13b" providerId="LiveId" clId="{0FD22F48-4293-4E73-9CD8-97B7AC152C5B}" dt="2026-09-14T11:01:08.257" v="1746" actId="9405"/>
          <ac:inkMkLst>
            <pc:docMk/>
            <pc:sldMk cId="499097234" sldId="279"/>
            <ac:inkMk id="19" creationId="{D55A3627-1550-8575-30C2-0E94152C230A}"/>
          </ac:inkMkLst>
        </pc:inkChg>
        <pc:inkChg chg="add">
          <ac:chgData name="Guillaume Pech" userId="f08b9316144fa13b" providerId="LiveId" clId="{0FD22F48-4293-4E73-9CD8-97B7AC152C5B}" dt="2026-09-14T11:01:10.457" v="1747" actId="9405"/>
          <ac:inkMkLst>
            <pc:docMk/>
            <pc:sldMk cId="499097234" sldId="279"/>
            <ac:inkMk id="20" creationId="{D05FF38A-9935-775A-9D1F-8425818DAFAA}"/>
          </ac:inkMkLst>
        </pc:inkChg>
      </pc:sldChg>
      <pc:sldChg chg="addSp delSp modSp new mod ord">
        <pc:chgData name="Guillaume Pech" userId="f08b9316144fa13b" providerId="LiveId" clId="{0FD22F48-4293-4E73-9CD8-97B7AC152C5B}" dt="2026-09-14T11:57:22.281" v="2222" actId="22"/>
        <pc:sldMkLst>
          <pc:docMk/>
          <pc:sldMk cId="652912345" sldId="280"/>
        </pc:sldMkLst>
        <pc:spChg chg="add mod">
          <ac:chgData name="Guillaume Pech" userId="f08b9316144fa13b" providerId="LiveId" clId="{0FD22F48-4293-4E73-9CD8-97B7AC152C5B}" dt="2026-09-14T11:11:42.954" v="2016" actId="1076"/>
          <ac:spMkLst>
            <pc:docMk/>
            <pc:sldMk cId="652912345" sldId="280"/>
            <ac:spMk id="22" creationId="{55037733-9244-5235-447C-4F70481A7AF6}"/>
          </ac:spMkLst>
        </pc:spChg>
        <pc:spChg chg="add">
          <ac:chgData name="Guillaume Pech" userId="f08b9316144fa13b" providerId="LiveId" clId="{0FD22F48-4293-4E73-9CD8-97B7AC152C5B}" dt="2026-09-14T11:11:23.852" v="2004" actId="22"/>
          <ac:spMkLst>
            <pc:docMk/>
            <pc:sldMk cId="652912345" sldId="280"/>
            <ac:spMk id="24" creationId="{018D3DA4-1402-8A1A-8A19-FB07FC405ED8}"/>
          </ac:spMkLst>
        </pc:spChg>
        <pc:spChg chg="add">
          <ac:chgData name="Guillaume Pech" userId="f08b9316144fa13b" providerId="LiveId" clId="{0FD22F48-4293-4E73-9CD8-97B7AC152C5B}" dt="2026-09-14T11:11:23.852" v="2004" actId="22"/>
          <ac:spMkLst>
            <pc:docMk/>
            <pc:sldMk cId="652912345" sldId="280"/>
            <ac:spMk id="26" creationId="{E435C909-289F-C585-99E8-BE87DE7B319A}"/>
          </ac:spMkLst>
        </pc:spChg>
        <pc:spChg chg="add">
          <ac:chgData name="Guillaume Pech" userId="f08b9316144fa13b" providerId="LiveId" clId="{0FD22F48-4293-4E73-9CD8-97B7AC152C5B}" dt="2026-09-14T11:11:23.852" v="2004" actId="22"/>
          <ac:spMkLst>
            <pc:docMk/>
            <pc:sldMk cId="652912345" sldId="280"/>
            <ac:spMk id="28" creationId="{64C88229-8D50-0F79-0F5B-96EF266ED0A2}"/>
          </ac:spMkLst>
        </pc:spChg>
        <pc:spChg chg="add">
          <ac:chgData name="Guillaume Pech" userId="f08b9316144fa13b" providerId="LiveId" clId="{0FD22F48-4293-4E73-9CD8-97B7AC152C5B}" dt="2026-09-14T11:11:23.852" v="2004" actId="22"/>
          <ac:spMkLst>
            <pc:docMk/>
            <pc:sldMk cId="652912345" sldId="280"/>
            <ac:spMk id="30" creationId="{6139F6F3-4BEA-12B3-8342-FAC8B22CFEA0}"/>
          </ac:spMkLst>
        </pc:spChg>
        <pc:spChg chg="add">
          <ac:chgData name="Guillaume Pech" userId="f08b9316144fa13b" providerId="LiveId" clId="{0FD22F48-4293-4E73-9CD8-97B7AC152C5B}" dt="2026-09-14T11:11:23.852" v="2004" actId="22"/>
          <ac:spMkLst>
            <pc:docMk/>
            <pc:sldMk cId="652912345" sldId="280"/>
            <ac:spMk id="32" creationId="{9B64E49A-BF78-394A-BB09-04F12135472D}"/>
          </ac:spMkLst>
        </pc:spChg>
        <pc:spChg chg="add">
          <ac:chgData name="Guillaume Pech" userId="f08b9316144fa13b" providerId="LiveId" clId="{0FD22F48-4293-4E73-9CD8-97B7AC152C5B}" dt="2026-09-14T11:57:22.281" v="2222" actId="22"/>
          <ac:spMkLst>
            <pc:docMk/>
            <pc:sldMk cId="652912345" sldId="280"/>
            <ac:spMk id="34" creationId="{092B3BB2-BEE9-B745-0396-323B55263C75}"/>
          </ac:spMkLst>
        </pc:spChg>
        <pc:picChg chg="add mod ord">
          <ac:chgData name="Guillaume Pech" userId="f08b9316144fa13b" providerId="LiveId" clId="{0FD22F48-4293-4E73-9CD8-97B7AC152C5B}" dt="2026-09-14T11:11:49.546" v="2019" actId="14100"/>
          <ac:picMkLst>
            <pc:docMk/>
            <pc:sldMk cId="652912345" sldId="280"/>
            <ac:picMk id="18" creationId="{956CB1A1-6AB6-B588-AB60-85F069503005}"/>
          </ac:picMkLst>
        </pc:picChg>
        <pc:picChg chg="add mod">
          <ac:chgData name="Guillaume Pech" userId="f08b9316144fa13b" providerId="LiveId" clId="{0FD22F48-4293-4E73-9CD8-97B7AC152C5B}" dt="2026-09-14T11:11:40.066" v="2014" actId="1076"/>
          <ac:picMkLst>
            <pc:docMk/>
            <pc:sldMk cId="652912345" sldId="280"/>
            <ac:picMk id="20" creationId="{4D240488-A8E0-D5FA-B9C0-0C747BF71DCD}"/>
          </ac:picMkLst>
        </pc:picChg>
      </pc:sldChg>
      <pc:sldChg chg="addSp delSp modSp new mod">
        <pc:chgData name="Guillaume Pech" userId="f08b9316144fa13b" providerId="LiveId" clId="{0FD22F48-4293-4E73-9CD8-97B7AC152C5B}" dt="2026-09-14T11:57:08.168" v="2216" actId="22"/>
        <pc:sldMkLst>
          <pc:docMk/>
          <pc:sldMk cId="1381022605" sldId="281"/>
        </pc:sldMkLst>
        <pc:spChg chg="add mod">
          <ac:chgData name="Guillaume Pech" userId="f08b9316144fa13b" providerId="LiveId" clId="{0FD22F48-4293-4E73-9CD8-97B7AC152C5B}" dt="2026-09-14T11:12:13.946" v="2029" actId="1076"/>
          <ac:spMkLst>
            <pc:docMk/>
            <pc:sldMk cId="1381022605" sldId="281"/>
            <ac:spMk id="7" creationId="{A5282C1C-72C6-D03E-C466-D1A8FA3062FD}"/>
          </ac:spMkLst>
        </pc:spChg>
        <pc:spChg chg="add">
          <ac:chgData name="Guillaume Pech" userId="f08b9316144fa13b" providerId="LiveId" clId="{0FD22F48-4293-4E73-9CD8-97B7AC152C5B}" dt="2026-09-14T11:12:04.236" v="2024" actId="22"/>
          <ac:spMkLst>
            <pc:docMk/>
            <pc:sldMk cId="1381022605" sldId="281"/>
            <ac:spMk id="9" creationId="{399254E0-8AC3-67A5-54C3-F5CF62FD5A6A}"/>
          </ac:spMkLst>
        </pc:spChg>
        <pc:spChg chg="add">
          <ac:chgData name="Guillaume Pech" userId="f08b9316144fa13b" providerId="LiveId" clId="{0FD22F48-4293-4E73-9CD8-97B7AC152C5B}" dt="2026-09-14T11:12:04.236" v="2024" actId="22"/>
          <ac:spMkLst>
            <pc:docMk/>
            <pc:sldMk cId="1381022605" sldId="281"/>
            <ac:spMk id="11" creationId="{9845AE0D-6FFF-92AA-7126-F927D80C9CDF}"/>
          </ac:spMkLst>
        </pc:spChg>
        <pc:spChg chg="add">
          <ac:chgData name="Guillaume Pech" userId="f08b9316144fa13b" providerId="LiveId" clId="{0FD22F48-4293-4E73-9CD8-97B7AC152C5B}" dt="2026-09-14T11:12:04.236" v="2024" actId="22"/>
          <ac:spMkLst>
            <pc:docMk/>
            <pc:sldMk cId="1381022605" sldId="281"/>
            <ac:spMk id="13" creationId="{052982D8-C530-949E-8B72-815E980B8DC8}"/>
          </ac:spMkLst>
        </pc:spChg>
        <pc:spChg chg="add">
          <ac:chgData name="Guillaume Pech" userId="f08b9316144fa13b" providerId="LiveId" clId="{0FD22F48-4293-4E73-9CD8-97B7AC152C5B}" dt="2026-09-14T11:12:04.236" v="2024" actId="22"/>
          <ac:spMkLst>
            <pc:docMk/>
            <pc:sldMk cId="1381022605" sldId="281"/>
            <ac:spMk id="15" creationId="{32CAFBC6-1709-734A-DE8C-A47A53E13123}"/>
          </ac:spMkLst>
        </pc:spChg>
        <pc:spChg chg="add">
          <ac:chgData name="Guillaume Pech" userId="f08b9316144fa13b" providerId="LiveId" clId="{0FD22F48-4293-4E73-9CD8-97B7AC152C5B}" dt="2026-09-14T11:12:04.236" v="2024" actId="22"/>
          <ac:spMkLst>
            <pc:docMk/>
            <pc:sldMk cId="1381022605" sldId="281"/>
            <ac:spMk id="17" creationId="{FAB7D068-FAF9-E538-691B-6E1E701EB897}"/>
          </ac:spMkLst>
        </pc:spChg>
        <pc:spChg chg="add">
          <ac:chgData name="Guillaume Pech" userId="f08b9316144fa13b" providerId="LiveId" clId="{0FD22F48-4293-4E73-9CD8-97B7AC152C5B}" dt="2026-09-14T11:57:08.168" v="2216" actId="22"/>
          <ac:spMkLst>
            <pc:docMk/>
            <pc:sldMk cId="1381022605" sldId="281"/>
            <ac:spMk id="19" creationId="{4C093D45-2155-CC44-DCB1-9798B1AA8337}"/>
          </ac:spMkLst>
        </pc:spChg>
        <pc:picChg chg="add mod">
          <ac:chgData name="Guillaume Pech" userId="f08b9316144fa13b" providerId="LiveId" clId="{0FD22F48-4293-4E73-9CD8-97B7AC152C5B}" dt="2026-09-14T11:12:12.121" v="2028" actId="1076"/>
          <ac:picMkLst>
            <pc:docMk/>
            <pc:sldMk cId="1381022605" sldId="281"/>
            <ac:picMk id="5" creationId="{81DD95AC-B963-D4E1-3879-05634A0E76BE}"/>
          </ac:picMkLst>
        </pc:picChg>
      </pc:sldChg>
      <pc:sldChg chg="addSp delSp modSp new mod">
        <pc:chgData name="Guillaume Pech" userId="f08b9316144fa13b" providerId="LiveId" clId="{0FD22F48-4293-4E73-9CD8-97B7AC152C5B}" dt="2026-09-14T14:31:10.655" v="2285" actId="1076"/>
        <pc:sldMkLst>
          <pc:docMk/>
          <pc:sldMk cId="340031504" sldId="282"/>
        </pc:sldMkLst>
        <pc:spChg chg="add mod">
          <ac:chgData name="Guillaume Pech" userId="f08b9316144fa13b" providerId="LiveId" clId="{0FD22F48-4293-4E73-9CD8-97B7AC152C5B}" dt="2026-09-14T14:31:10.655" v="2285" actId="1076"/>
          <ac:spMkLst>
            <pc:docMk/>
            <pc:sldMk cId="340031504" sldId="282"/>
            <ac:spMk id="18" creationId="{1E457EF1-BB37-5799-5791-D3679275C740}"/>
          </ac:spMkLst>
        </pc:spChg>
        <pc:spChg chg="add mod">
          <ac:chgData name="Guillaume Pech" userId="f08b9316144fa13b" providerId="LiveId" clId="{0FD22F48-4293-4E73-9CD8-97B7AC152C5B}" dt="2026-09-14T10:55:21.674" v="1695" actId="1076"/>
          <ac:spMkLst>
            <pc:docMk/>
            <pc:sldMk cId="340031504" sldId="282"/>
            <ac:spMk id="20" creationId="{00B4770B-A6D7-8E59-07A3-74CF23561EA2}"/>
          </ac:spMkLst>
        </pc:spChg>
        <pc:spChg chg="add">
          <ac:chgData name="Guillaume Pech" userId="f08b9316144fa13b" providerId="LiveId" clId="{0FD22F48-4293-4E73-9CD8-97B7AC152C5B}" dt="2026-09-14T11:10:51.999" v="1989" actId="22"/>
          <ac:spMkLst>
            <pc:docMk/>
            <pc:sldMk cId="340031504" sldId="282"/>
            <ac:spMk id="24" creationId="{29204D7B-1F47-9C28-887A-FCE312AC35EF}"/>
          </ac:spMkLst>
        </pc:spChg>
        <pc:spChg chg="add">
          <ac:chgData name="Guillaume Pech" userId="f08b9316144fa13b" providerId="LiveId" clId="{0FD22F48-4293-4E73-9CD8-97B7AC152C5B}" dt="2026-09-14T11:10:51.999" v="1989" actId="22"/>
          <ac:spMkLst>
            <pc:docMk/>
            <pc:sldMk cId="340031504" sldId="282"/>
            <ac:spMk id="26" creationId="{C69C7ACA-BA8D-636D-9B7E-484610901A08}"/>
          </ac:spMkLst>
        </pc:spChg>
        <pc:spChg chg="add">
          <ac:chgData name="Guillaume Pech" userId="f08b9316144fa13b" providerId="LiveId" clId="{0FD22F48-4293-4E73-9CD8-97B7AC152C5B}" dt="2026-09-14T11:10:51.999" v="1989" actId="22"/>
          <ac:spMkLst>
            <pc:docMk/>
            <pc:sldMk cId="340031504" sldId="282"/>
            <ac:spMk id="28" creationId="{50A37B6D-7BED-BD5F-6C79-70156639447E}"/>
          </ac:spMkLst>
        </pc:spChg>
        <pc:spChg chg="add">
          <ac:chgData name="Guillaume Pech" userId="f08b9316144fa13b" providerId="LiveId" clId="{0FD22F48-4293-4E73-9CD8-97B7AC152C5B}" dt="2026-09-14T11:10:51.999" v="1989" actId="22"/>
          <ac:spMkLst>
            <pc:docMk/>
            <pc:sldMk cId="340031504" sldId="282"/>
            <ac:spMk id="30" creationId="{1A214C3B-6A8E-5835-DCE1-D28D62595EB4}"/>
          </ac:spMkLst>
        </pc:spChg>
        <pc:spChg chg="add mod">
          <ac:chgData name="Guillaume Pech" userId="f08b9316144fa13b" providerId="LiveId" clId="{0FD22F48-4293-4E73-9CD8-97B7AC152C5B}" dt="2026-09-14T11:11:06.219" v="1998" actId="207"/>
          <ac:spMkLst>
            <pc:docMk/>
            <pc:sldMk cId="340031504" sldId="282"/>
            <ac:spMk id="32" creationId="{8A50E2B8-27AD-A2BD-0916-CD83185B4129}"/>
          </ac:spMkLst>
        </pc:spChg>
        <pc:spChg chg="add mod">
          <ac:chgData name="Guillaume Pech" userId="f08b9316144fa13b" providerId="LiveId" clId="{0FD22F48-4293-4E73-9CD8-97B7AC152C5B}" dt="2026-09-14T11:57:25.960" v="2225" actId="1036"/>
          <ac:spMkLst>
            <pc:docMk/>
            <pc:sldMk cId="340031504" sldId="282"/>
            <ac:spMk id="34" creationId="{A2F42C09-7C41-E735-1F3B-E76EF598820F}"/>
          </ac:spMkLst>
        </pc:spChg>
        <pc:picChg chg="add mod modCrop">
          <ac:chgData name="Guillaume Pech" userId="f08b9316144fa13b" providerId="LiveId" clId="{0FD22F48-4293-4E73-9CD8-97B7AC152C5B}" dt="2026-09-14T10:55:15.669" v="1692" actId="732"/>
          <ac:picMkLst>
            <pc:docMk/>
            <pc:sldMk cId="340031504" sldId="282"/>
            <ac:picMk id="12" creationId="{B10D8D2B-E765-5E26-5F15-9483BD4C0862}"/>
          </ac:picMkLst>
        </pc:picChg>
        <pc:picChg chg="add mod">
          <ac:chgData name="Guillaume Pech" userId="f08b9316144fa13b" providerId="LiveId" clId="{0FD22F48-4293-4E73-9CD8-97B7AC152C5B}" dt="2026-09-14T11:10:51.381" v="1988" actId="1076"/>
          <ac:picMkLst>
            <pc:docMk/>
            <pc:sldMk cId="340031504" sldId="282"/>
            <ac:picMk id="16" creationId="{441062C2-75D0-209B-A04C-52C96DCDF82B}"/>
          </ac:picMkLst>
        </pc:picChg>
      </pc:sldChg>
      <pc:sldChg chg="addSp delSp modSp new mod">
        <pc:chgData name="Guillaume Pech" userId="f08b9316144fa13b" providerId="LiveId" clId="{0FD22F48-4293-4E73-9CD8-97B7AC152C5B}" dt="2026-09-14T14:31:00.582" v="2284" actId="14100"/>
        <pc:sldMkLst>
          <pc:docMk/>
          <pc:sldMk cId="2042113099" sldId="283"/>
        </pc:sldMkLst>
        <pc:spChg chg="add">
          <ac:chgData name="Guillaume Pech" userId="f08b9316144fa13b" providerId="LiveId" clId="{0FD22F48-4293-4E73-9CD8-97B7AC152C5B}" dt="2026-09-14T11:10:30.366" v="1985" actId="22"/>
          <ac:spMkLst>
            <pc:docMk/>
            <pc:sldMk cId="2042113099" sldId="283"/>
            <ac:spMk id="9" creationId="{CCEA4101-128B-2400-4EBA-242098D28717}"/>
          </ac:spMkLst>
        </pc:spChg>
        <pc:spChg chg="add">
          <ac:chgData name="Guillaume Pech" userId="f08b9316144fa13b" providerId="LiveId" clId="{0FD22F48-4293-4E73-9CD8-97B7AC152C5B}" dt="2026-09-14T11:10:30.366" v="1985" actId="22"/>
          <ac:spMkLst>
            <pc:docMk/>
            <pc:sldMk cId="2042113099" sldId="283"/>
            <ac:spMk id="11" creationId="{41BCB0A2-6209-10AF-C726-9CF7811306B0}"/>
          </ac:spMkLst>
        </pc:spChg>
        <pc:spChg chg="add">
          <ac:chgData name="Guillaume Pech" userId="f08b9316144fa13b" providerId="LiveId" clId="{0FD22F48-4293-4E73-9CD8-97B7AC152C5B}" dt="2026-09-14T11:10:30.366" v="1985" actId="22"/>
          <ac:spMkLst>
            <pc:docMk/>
            <pc:sldMk cId="2042113099" sldId="283"/>
            <ac:spMk id="13" creationId="{E6DC5316-65FB-21BF-1EE3-D1CE02B04D21}"/>
          </ac:spMkLst>
        </pc:spChg>
        <pc:spChg chg="add">
          <ac:chgData name="Guillaume Pech" userId="f08b9316144fa13b" providerId="LiveId" clId="{0FD22F48-4293-4E73-9CD8-97B7AC152C5B}" dt="2026-09-14T11:10:30.366" v="1985" actId="22"/>
          <ac:spMkLst>
            <pc:docMk/>
            <pc:sldMk cId="2042113099" sldId="283"/>
            <ac:spMk id="15" creationId="{DBC86B16-269E-2753-D01A-AE7B726D95C7}"/>
          </ac:spMkLst>
        </pc:spChg>
        <pc:spChg chg="add">
          <ac:chgData name="Guillaume Pech" userId="f08b9316144fa13b" providerId="LiveId" clId="{0FD22F48-4293-4E73-9CD8-97B7AC152C5B}" dt="2026-09-14T11:57:28.541" v="2226" actId="22"/>
          <ac:spMkLst>
            <pc:docMk/>
            <pc:sldMk cId="2042113099" sldId="283"/>
            <ac:spMk id="17" creationId="{2E4892DA-C896-D479-D155-37B7130CFBB2}"/>
          </ac:spMkLst>
        </pc:spChg>
        <pc:picChg chg="add mod ord modCrop">
          <ac:chgData name="Guillaume Pech" userId="f08b9316144fa13b" providerId="LiveId" clId="{0FD22F48-4293-4E73-9CD8-97B7AC152C5B}" dt="2026-09-14T14:31:00.582" v="2284" actId="14100"/>
          <ac:picMkLst>
            <pc:docMk/>
            <pc:sldMk cId="2042113099" sldId="283"/>
            <ac:picMk id="5" creationId="{FC063485-4AF0-A91A-A46B-E83E306AE953}"/>
          </ac:picMkLst>
        </pc:picChg>
        <pc:picChg chg="add mod modCrop">
          <ac:chgData name="Guillaume Pech" userId="f08b9316144fa13b" providerId="LiveId" clId="{0FD22F48-4293-4E73-9CD8-97B7AC152C5B}" dt="2026-09-14T14:30:54.470" v="2282" actId="1076"/>
          <ac:picMkLst>
            <pc:docMk/>
            <pc:sldMk cId="2042113099" sldId="283"/>
            <ac:picMk id="7" creationId="{7100D5AC-0D75-B960-44E6-F18BBED1DE03}"/>
          </ac:picMkLst>
        </pc:picChg>
      </pc:sldChg>
      <pc:sldChg chg="addSp delSp modSp new mod">
        <pc:chgData name="Guillaume Pech" userId="f08b9316144fa13b" providerId="LiveId" clId="{0FD22F48-4293-4E73-9CD8-97B7AC152C5B}" dt="2026-09-14T11:57:31.695" v="2227" actId="22"/>
        <pc:sldMkLst>
          <pc:docMk/>
          <pc:sldMk cId="2465953126" sldId="284"/>
        </pc:sldMkLst>
        <pc:spChg chg="add">
          <ac:chgData name="Guillaume Pech" userId="f08b9316144fa13b" providerId="LiveId" clId="{0FD22F48-4293-4E73-9CD8-97B7AC152C5B}" dt="2026-09-14T11:10:24.444" v="1974" actId="22"/>
          <ac:spMkLst>
            <pc:docMk/>
            <pc:sldMk cId="2465953126" sldId="284"/>
            <ac:spMk id="7" creationId="{73579DFD-9C9E-BE44-8773-340D07202A1D}"/>
          </ac:spMkLst>
        </pc:spChg>
        <pc:spChg chg="add">
          <ac:chgData name="Guillaume Pech" userId="f08b9316144fa13b" providerId="LiveId" clId="{0FD22F48-4293-4E73-9CD8-97B7AC152C5B}" dt="2026-09-14T11:10:24.444" v="1974" actId="22"/>
          <ac:spMkLst>
            <pc:docMk/>
            <pc:sldMk cId="2465953126" sldId="284"/>
            <ac:spMk id="9" creationId="{01423242-BA5F-DBE7-6792-9BD3461E592E}"/>
          </ac:spMkLst>
        </pc:spChg>
        <pc:spChg chg="add">
          <ac:chgData name="Guillaume Pech" userId="f08b9316144fa13b" providerId="LiveId" clId="{0FD22F48-4293-4E73-9CD8-97B7AC152C5B}" dt="2026-09-14T11:10:24.444" v="1974" actId="22"/>
          <ac:spMkLst>
            <pc:docMk/>
            <pc:sldMk cId="2465953126" sldId="284"/>
            <ac:spMk id="11" creationId="{F6188A49-525A-68C6-77B6-913CF691B58A}"/>
          </ac:spMkLst>
        </pc:spChg>
        <pc:spChg chg="add">
          <ac:chgData name="Guillaume Pech" userId="f08b9316144fa13b" providerId="LiveId" clId="{0FD22F48-4293-4E73-9CD8-97B7AC152C5B}" dt="2026-09-14T11:10:24.444" v="1974" actId="22"/>
          <ac:spMkLst>
            <pc:docMk/>
            <pc:sldMk cId="2465953126" sldId="284"/>
            <ac:spMk id="13" creationId="{8B648848-C581-1462-9192-148714E1342E}"/>
          </ac:spMkLst>
        </pc:spChg>
        <pc:spChg chg="add">
          <ac:chgData name="Guillaume Pech" userId="f08b9316144fa13b" providerId="LiveId" clId="{0FD22F48-4293-4E73-9CD8-97B7AC152C5B}" dt="2026-09-14T11:57:31.695" v="2227" actId="22"/>
          <ac:spMkLst>
            <pc:docMk/>
            <pc:sldMk cId="2465953126" sldId="284"/>
            <ac:spMk id="15" creationId="{8560CA98-AB79-7CB0-94F1-BF44E1C1B594}"/>
          </ac:spMkLst>
        </pc:spChg>
        <pc:picChg chg="add mod">
          <ac:chgData name="Guillaume Pech" userId="f08b9316144fa13b" providerId="LiveId" clId="{0FD22F48-4293-4E73-9CD8-97B7AC152C5B}" dt="2026-09-14T11:10:28.157" v="1984" actId="1036"/>
          <ac:picMkLst>
            <pc:docMk/>
            <pc:sldMk cId="2465953126" sldId="284"/>
            <ac:picMk id="5" creationId="{9DBB98B1-E696-4138-8779-FB1BFF6FE860}"/>
          </ac:picMkLst>
        </pc:picChg>
      </pc:sldChg>
      <pc:sldChg chg="addSp modSp add mod">
        <pc:chgData name="Guillaume Pech" userId="f08b9316144fa13b" providerId="LiveId" clId="{0FD22F48-4293-4E73-9CD8-97B7AC152C5B}" dt="2026-09-14T14:13:06.756" v="2260" actId="22"/>
        <pc:sldMkLst>
          <pc:docMk/>
          <pc:sldMk cId="3521386526" sldId="285"/>
        </pc:sldMkLst>
        <pc:spChg chg="add">
          <ac:chgData name="Guillaume Pech" userId="f08b9316144fa13b" providerId="LiveId" clId="{0FD22F48-4293-4E73-9CD8-97B7AC152C5B}" dt="2026-09-14T14:13:06.756" v="2260" actId="22"/>
          <ac:spMkLst>
            <pc:docMk/>
            <pc:sldMk cId="3521386526" sldId="285"/>
            <ac:spMk id="8" creationId="{B39F6AD8-585A-14E2-7C19-42FADBD68D9A}"/>
          </ac:spMkLst>
        </pc:spChg>
        <pc:picChg chg="mod">
          <ac:chgData name="Guillaume Pech" userId="f08b9316144fa13b" providerId="LiveId" clId="{0FD22F48-4293-4E73-9CD8-97B7AC152C5B}" dt="2026-09-14T11:06:54.575" v="1912" actId="1076"/>
          <ac:picMkLst>
            <pc:docMk/>
            <pc:sldMk cId="3521386526" sldId="285"/>
            <ac:picMk id="3" creationId="{762D671C-2DE5-2A1F-63B1-185156E2F983}"/>
          </ac:picMkLst>
        </pc:picChg>
        <pc:picChg chg="add">
          <ac:chgData name="Guillaume Pech" userId="f08b9316144fa13b" providerId="LiveId" clId="{0FD22F48-4293-4E73-9CD8-97B7AC152C5B}" dt="2026-09-14T11:06:58.037" v="1913" actId="22"/>
          <ac:picMkLst>
            <pc:docMk/>
            <pc:sldMk cId="3521386526" sldId="285"/>
            <ac:picMk id="6" creationId="{AB0B66DD-FF50-7860-AF37-98B6EA01E46A}"/>
          </ac:picMkLst>
        </pc:picChg>
      </pc:sldChg>
      <pc:sldChg chg="addSp modSp add mod">
        <pc:chgData name="Guillaume Pech" userId="f08b9316144fa13b" providerId="LiveId" clId="{0FD22F48-4293-4E73-9CD8-97B7AC152C5B}" dt="2026-09-14T14:13:19.221" v="2262" actId="732"/>
        <pc:sldMkLst>
          <pc:docMk/>
          <pc:sldMk cId="3128739202" sldId="286"/>
        </pc:sldMkLst>
        <pc:spChg chg="add ord">
          <ac:chgData name="Guillaume Pech" userId="f08b9316144fa13b" providerId="LiveId" clId="{0FD22F48-4293-4E73-9CD8-97B7AC152C5B}" dt="2026-09-14T14:13:12.697" v="2261" actId="170"/>
          <ac:spMkLst>
            <pc:docMk/>
            <pc:sldMk cId="3128739202" sldId="286"/>
            <ac:spMk id="10" creationId="{8B90D6E2-E283-F125-F19D-B34256B33316}"/>
          </ac:spMkLst>
        </pc:spChg>
        <pc:picChg chg="mod">
          <ac:chgData name="Guillaume Pech" userId="f08b9316144fa13b" providerId="LiveId" clId="{0FD22F48-4293-4E73-9CD8-97B7AC152C5B}" dt="2026-09-14T11:07:12.449" v="1917" actId="1076"/>
          <ac:picMkLst>
            <pc:docMk/>
            <pc:sldMk cId="3128739202" sldId="286"/>
            <ac:picMk id="6" creationId="{C7317C73-89DD-1563-23B7-51AD95FC313A}"/>
          </ac:picMkLst>
        </pc:picChg>
        <pc:picChg chg="add mod modCrop">
          <ac:chgData name="Guillaume Pech" userId="f08b9316144fa13b" providerId="LiveId" clId="{0FD22F48-4293-4E73-9CD8-97B7AC152C5B}" dt="2026-09-14T14:13:19.221" v="2262" actId="732"/>
          <ac:picMkLst>
            <pc:docMk/>
            <pc:sldMk cId="3128739202" sldId="286"/>
            <ac:picMk id="8" creationId="{AF663BD1-0767-E3D9-AAAE-06569E00E7D6}"/>
          </ac:picMkLst>
        </pc:picChg>
      </pc:sldChg>
      <pc:sldChg chg="addSp modSp add mod">
        <pc:chgData name="Guillaume Pech" userId="f08b9316144fa13b" providerId="LiveId" clId="{0FD22F48-4293-4E73-9CD8-97B7AC152C5B}" dt="2026-09-14T11:58:19.676" v="2248" actId="22"/>
        <pc:sldMkLst>
          <pc:docMk/>
          <pc:sldMk cId="1272614599" sldId="287"/>
        </pc:sldMkLst>
        <pc:spChg chg="add">
          <ac:chgData name="Guillaume Pech" userId="f08b9316144fa13b" providerId="LiveId" clId="{0FD22F48-4293-4E73-9CD8-97B7AC152C5B}" dt="2026-09-14T11:58:19.676" v="2248" actId="22"/>
          <ac:spMkLst>
            <pc:docMk/>
            <pc:sldMk cId="1272614599" sldId="287"/>
            <ac:spMk id="11" creationId="{70A296DE-CB2D-1110-0223-220EFE37A2A0}"/>
          </ac:spMkLst>
        </pc:spChg>
        <pc:picChg chg="mod">
          <ac:chgData name="Guillaume Pech" userId="f08b9316144fa13b" providerId="LiveId" clId="{0FD22F48-4293-4E73-9CD8-97B7AC152C5B}" dt="2026-09-14T11:07:34.796" v="1925" actId="14100"/>
          <ac:picMkLst>
            <pc:docMk/>
            <pc:sldMk cId="1272614599" sldId="287"/>
            <ac:picMk id="8" creationId="{FF48B235-4B71-65DC-4471-F24A57D33E3C}"/>
          </ac:picMkLst>
        </pc:picChg>
        <pc:picChg chg="add">
          <ac:chgData name="Guillaume Pech" userId="f08b9316144fa13b" providerId="LiveId" clId="{0FD22F48-4293-4E73-9CD8-97B7AC152C5B}" dt="2026-09-14T11:07:41.075" v="1926" actId="22"/>
          <ac:picMkLst>
            <pc:docMk/>
            <pc:sldMk cId="1272614599" sldId="287"/>
            <ac:picMk id="9" creationId="{9B725D6D-C528-E074-BD07-0A0DC16F591F}"/>
          </ac:picMkLst>
        </pc:picChg>
      </pc:sldChg>
      <pc:sldChg chg="addSp modSp add mod">
        <pc:chgData name="Guillaume Pech" userId="f08b9316144fa13b" providerId="LiveId" clId="{0FD22F48-4293-4E73-9CD8-97B7AC152C5B}" dt="2026-09-14T11:58:17.399" v="2247" actId="22"/>
        <pc:sldMkLst>
          <pc:docMk/>
          <pc:sldMk cId="1051453175" sldId="288"/>
        </pc:sldMkLst>
        <pc:spChg chg="add">
          <ac:chgData name="Guillaume Pech" userId="f08b9316144fa13b" providerId="LiveId" clId="{0FD22F48-4293-4E73-9CD8-97B7AC152C5B}" dt="2026-09-14T11:58:17.399" v="2247" actId="22"/>
          <ac:spMkLst>
            <pc:docMk/>
            <pc:sldMk cId="1051453175" sldId="288"/>
            <ac:spMk id="12" creationId="{4437DEEA-4351-F11B-5181-A485E665F02A}"/>
          </ac:spMkLst>
        </pc:spChg>
        <pc:picChg chg="mod">
          <ac:chgData name="Guillaume Pech" userId="f08b9316144fa13b" providerId="LiveId" clId="{0FD22F48-4293-4E73-9CD8-97B7AC152C5B}" dt="2026-09-14T11:07:57.600" v="1931" actId="14100"/>
          <ac:picMkLst>
            <pc:docMk/>
            <pc:sldMk cId="1051453175" sldId="288"/>
            <ac:picMk id="9" creationId="{BB31B608-1246-582F-1C9B-782636D263C6}"/>
          </ac:picMkLst>
        </pc:picChg>
        <pc:picChg chg="add mod">
          <ac:chgData name="Guillaume Pech" userId="f08b9316144fa13b" providerId="LiveId" clId="{0FD22F48-4293-4E73-9CD8-97B7AC152C5B}" dt="2026-09-14T11:08:19.658" v="1940" actId="1076"/>
          <ac:picMkLst>
            <pc:docMk/>
            <pc:sldMk cId="1051453175" sldId="288"/>
            <ac:picMk id="10" creationId="{0B71F1D8-99BE-24C1-BA51-FAE7D638FEDC}"/>
          </ac:picMkLst>
        </pc:picChg>
      </pc:sldChg>
      <pc:sldChg chg="addSp delSp modSp new mod">
        <pc:chgData name="Guillaume Pech" userId="f08b9316144fa13b" providerId="LiveId" clId="{0FD22F48-4293-4E73-9CD8-97B7AC152C5B}" dt="2026-09-14T14:34:34.398" v="2301" actId="1076"/>
        <pc:sldMkLst>
          <pc:docMk/>
          <pc:sldMk cId="835652912" sldId="289"/>
        </pc:sldMkLst>
        <pc:spChg chg="add">
          <ac:chgData name="Guillaume Pech" userId="f08b9316144fa13b" providerId="LiveId" clId="{0FD22F48-4293-4E73-9CD8-97B7AC152C5B}" dt="2026-09-14T11:13:44.543" v="2033" actId="22"/>
          <ac:spMkLst>
            <pc:docMk/>
            <pc:sldMk cId="835652912" sldId="289"/>
            <ac:spMk id="5" creationId="{12E27C18-005B-355B-F265-E936B003167D}"/>
          </ac:spMkLst>
        </pc:spChg>
        <pc:spChg chg="add">
          <ac:chgData name="Guillaume Pech" userId="f08b9316144fa13b" providerId="LiveId" clId="{0FD22F48-4293-4E73-9CD8-97B7AC152C5B}" dt="2026-09-14T11:13:44.543" v="2033" actId="22"/>
          <ac:spMkLst>
            <pc:docMk/>
            <pc:sldMk cId="835652912" sldId="289"/>
            <ac:spMk id="7" creationId="{8845D53E-55F2-A253-62D8-718E7BF6A5A3}"/>
          </ac:spMkLst>
        </pc:spChg>
        <pc:spChg chg="add">
          <ac:chgData name="Guillaume Pech" userId="f08b9316144fa13b" providerId="LiveId" clId="{0FD22F48-4293-4E73-9CD8-97B7AC152C5B}" dt="2026-09-14T11:13:44.543" v="2033" actId="22"/>
          <ac:spMkLst>
            <pc:docMk/>
            <pc:sldMk cId="835652912" sldId="289"/>
            <ac:spMk id="9" creationId="{006F9C93-CADD-6E60-D171-42D269642C03}"/>
          </ac:spMkLst>
        </pc:spChg>
        <pc:spChg chg="add">
          <ac:chgData name="Guillaume Pech" userId="f08b9316144fa13b" providerId="LiveId" clId="{0FD22F48-4293-4E73-9CD8-97B7AC152C5B}" dt="2026-09-14T11:13:44.543" v="2033" actId="22"/>
          <ac:spMkLst>
            <pc:docMk/>
            <pc:sldMk cId="835652912" sldId="289"/>
            <ac:spMk id="11" creationId="{6E9DF270-1C48-8A16-B890-34969BB62E57}"/>
          </ac:spMkLst>
        </pc:spChg>
        <pc:spChg chg="add">
          <ac:chgData name="Guillaume Pech" userId="f08b9316144fa13b" providerId="LiveId" clId="{0FD22F48-4293-4E73-9CD8-97B7AC152C5B}" dt="2026-09-14T11:13:44.543" v="2033" actId="22"/>
          <ac:spMkLst>
            <pc:docMk/>
            <pc:sldMk cId="835652912" sldId="289"/>
            <ac:spMk id="13" creationId="{506D39DE-F6DB-A794-FE04-C6426DF08C94}"/>
          </ac:spMkLst>
        </pc:spChg>
        <pc:spChg chg="add mod">
          <ac:chgData name="Guillaume Pech" userId="f08b9316144fa13b" providerId="LiveId" clId="{0FD22F48-4293-4E73-9CD8-97B7AC152C5B}" dt="2026-09-14T11:24:42.586" v="2109" actId="207"/>
          <ac:spMkLst>
            <pc:docMk/>
            <pc:sldMk cId="835652912" sldId="289"/>
            <ac:spMk id="15" creationId="{F1553731-C9CC-474F-C00B-05C4E51FACC6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17" creationId="{179BF904-F67A-696C-0A43-11D7960BAAA0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22" creationId="{94FEB432-281F-3AB0-2ADF-34DD53370DE8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23" creationId="{24191D43-66BF-3644-1CDE-D73F3CEE1759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24" creationId="{AE6745CC-BABE-CDBD-213E-591C349CE9A3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26" creationId="{B857680E-E125-A5DD-843E-C81DA860B81B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29" creationId="{A0A8A88D-FAE4-8B47-0D4C-F5EAAC414425}"/>
          </ac:spMkLst>
        </pc:spChg>
        <pc:spChg chg="add mod">
          <ac:chgData name="Guillaume Pech" userId="f08b9316144fa13b" providerId="LiveId" clId="{0FD22F48-4293-4E73-9CD8-97B7AC152C5B}" dt="2026-09-14T11:14:55.113" v="2043" actId="113"/>
          <ac:spMkLst>
            <pc:docMk/>
            <pc:sldMk cId="835652912" sldId="289"/>
            <ac:spMk id="31" creationId="{CD2EF180-A9BA-76EC-8AA5-FCA96B33B204}"/>
          </ac:spMkLst>
        </pc:spChg>
        <pc:spChg chg="add">
          <ac:chgData name="Guillaume Pech" userId="f08b9316144fa13b" providerId="LiveId" clId="{0FD22F48-4293-4E73-9CD8-97B7AC152C5B}" dt="2026-09-14T11:57:06.545" v="2215" actId="22"/>
          <ac:spMkLst>
            <pc:docMk/>
            <pc:sldMk cId="835652912" sldId="289"/>
            <ac:spMk id="34" creationId="{3FC164E3-43BD-DE46-2346-835EDACC8915}"/>
          </ac:spMkLst>
        </pc:spChg>
        <pc:picChg chg="add mod">
          <ac:chgData name="Guillaume Pech" userId="f08b9316144fa13b" providerId="LiveId" clId="{0FD22F48-4293-4E73-9CD8-97B7AC152C5B}" dt="2026-09-14T11:14:57.566" v="2044" actId="1076"/>
          <ac:picMkLst>
            <pc:docMk/>
            <pc:sldMk cId="835652912" sldId="289"/>
            <ac:picMk id="19" creationId="{B66EE58D-6A4A-08FA-D986-92872A4F9126}"/>
          </ac:picMkLst>
        </pc:picChg>
        <pc:picChg chg="mod modCrop">
          <ac:chgData name="Guillaume Pech" userId="f08b9316144fa13b" providerId="LiveId" clId="{0FD22F48-4293-4E73-9CD8-97B7AC152C5B}" dt="2026-09-14T14:34:34.398" v="2301" actId="1076"/>
          <ac:picMkLst>
            <pc:docMk/>
            <pc:sldMk cId="835652912" sldId="289"/>
            <ac:picMk id="32" creationId="{FBB7207E-16FF-6F33-EE9D-1F2707F888D7}"/>
          </ac:picMkLst>
        </pc:picChg>
      </pc:sldChg>
      <pc:sldChg chg="addSp delSp modSp new mod">
        <pc:chgData name="Guillaume Pech" userId="f08b9316144fa13b" providerId="LiveId" clId="{0FD22F48-4293-4E73-9CD8-97B7AC152C5B}" dt="2026-09-14T11:57:00.947" v="2213" actId="207"/>
        <pc:sldMkLst>
          <pc:docMk/>
          <pc:sldMk cId="3902434912" sldId="291"/>
        </pc:sldMkLst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7" creationId="{64B6600E-D574-C3D8-F7FA-883B5863A78C}"/>
          </ac:spMkLst>
        </pc:spChg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9" creationId="{A602B12D-68FD-3AA1-7DEA-A5CB15C28FF6}"/>
          </ac:spMkLst>
        </pc:spChg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11" creationId="{A0C1792B-AD0A-DB21-905D-71C3771988A9}"/>
          </ac:spMkLst>
        </pc:spChg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13" creationId="{6E930BB4-DEB7-4D67-54A8-CFDE0397AE51}"/>
          </ac:spMkLst>
        </pc:spChg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15" creationId="{DC511F40-6647-24FC-4B24-FB7F67B6C5E8}"/>
          </ac:spMkLst>
        </pc:spChg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17" creationId="{1CD66E67-0A4F-1996-A020-A12999018017}"/>
          </ac:spMkLst>
        </pc:spChg>
        <pc:spChg chg="add">
          <ac:chgData name="Guillaume Pech" userId="f08b9316144fa13b" providerId="LiveId" clId="{0FD22F48-4293-4E73-9CD8-97B7AC152C5B}" dt="2026-09-14T11:55:05.766" v="2210" actId="22"/>
          <ac:spMkLst>
            <pc:docMk/>
            <pc:sldMk cId="3902434912" sldId="291"/>
            <ac:spMk id="19" creationId="{CDB4822D-DE92-FFE3-E53D-D4F9D36A1DED}"/>
          </ac:spMkLst>
        </pc:spChg>
        <pc:spChg chg="add mod">
          <ac:chgData name="Guillaume Pech" userId="f08b9316144fa13b" providerId="LiveId" clId="{0FD22F48-4293-4E73-9CD8-97B7AC152C5B}" dt="2026-09-14T11:57:00.947" v="2213" actId="207"/>
          <ac:spMkLst>
            <pc:docMk/>
            <pc:sldMk cId="3902434912" sldId="291"/>
            <ac:spMk id="20" creationId="{FF2E7B2F-F2A1-8B76-D6C9-E2E32110E3D9}"/>
          </ac:spMkLst>
        </pc:spChg>
        <pc:picChg chg="add mod">
          <ac:chgData name="Guillaume Pech" userId="f08b9316144fa13b" providerId="LiveId" clId="{0FD22F48-4293-4E73-9CD8-97B7AC152C5B}" dt="2026-09-14T11:55:00.041" v="2209" actId="1076"/>
          <ac:picMkLst>
            <pc:docMk/>
            <pc:sldMk cId="3902434912" sldId="291"/>
            <ac:picMk id="5" creationId="{14248EF4-63ED-7AF6-1FAE-9C96DA87665E}"/>
          </ac:picMkLst>
        </pc:picChg>
      </pc:sldChg>
      <pc:sldChg chg="addSp delSp modSp new mod">
        <pc:chgData name="Guillaume Pech" userId="f08b9316144fa13b" providerId="LiveId" clId="{0FD22F48-4293-4E73-9CD8-97B7AC152C5B}" dt="2026-09-16T02:27:14.208" v="2405" actId="1076"/>
        <pc:sldMkLst>
          <pc:docMk/>
          <pc:sldMk cId="709787359" sldId="292"/>
        </pc:sldMkLst>
        <pc:spChg chg="del">
          <ac:chgData name="Guillaume Pech" userId="f08b9316144fa13b" providerId="LiveId" clId="{0FD22F48-4293-4E73-9CD8-97B7AC152C5B}" dt="2026-09-16T02:19:39.996" v="2377" actId="478"/>
          <ac:spMkLst>
            <pc:docMk/>
            <pc:sldMk cId="709787359" sldId="292"/>
            <ac:spMk id="2" creationId="{F411FC10-8AED-119D-665E-38FBEDE47EED}"/>
          </ac:spMkLst>
        </pc:spChg>
        <pc:spChg chg="del">
          <ac:chgData name="Guillaume Pech" userId="f08b9316144fa13b" providerId="LiveId" clId="{0FD22F48-4293-4E73-9CD8-97B7AC152C5B}" dt="2026-09-16T02:19:39.087" v="2376" actId="478"/>
          <ac:spMkLst>
            <pc:docMk/>
            <pc:sldMk cId="709787359" sldId="292"/>
            <ac:spMk id="3" creationId="{376AF016-95F8-3C0D-95EB-EC84ACB4DD5F}"/>
          </ac:spMkLst>
        </pc:spChg>
        <pc:spChg chg="add del mod">
          <ac:chgData name="Guillaume Pech" userId="f08b9316144fa13b" providerId="LiveId" clId="{0FD22F48-4293-4E73-9CD8-97B7AC152C5B}" dt="2026-09-16T02:22:35.754" v="2389" actId="21"/>
          <ac:spMkLst>
            <pc:docMk/>
            <pc:sldMk cId="709787359" sldId="292"/>
            <ac:spMk id="6" creationId="{F1CFFE97-3668-2F84-ED7A-ECB04F110C38}"/>
          </ac:spMkLst>
        </pc:spChg>
        <pc:spChg chg="add del mod">
          <ac:chgData name="Guillaume Pech" userId="f08b9316144fa13b" providerId="LiveId" clId="{0FD22F48-4293-4E73-9CD8-97B7AC152C5B}" dt="2026-09-16T02:22:35.754" v="2389" actId="21"/>
          <ac:spMkLst>
            <pc:docMk/>
            <pc:sldMk cId="709787359" sldId="292"/>
            <ac:spMk id="8" creationId="{86DC4E65-5E0E-43A7-7DA2-BA4AA31F7BD9}"/>
          </ac:spMkLst>
        </pc:spChg>
        <pc:picChg chg="add del">
          <ac:chgData name="Guillaume Pech" userId="f08b9316144fa13b" providerId="LiveId" clId="{0FD22F48-4293-4E73-9CD8-97B7AC152C5B}" dt="2026-09-16T02:22:35.754" v="2389" actId="21"/>
          <ac:picMkLst>
            <pc:docMk/>
            <pc:sldMk cId="709787359" sldId="292"/>
            <ac:picMk id="5" creationId="{BA5CBE77-03D4-18BA-315C-7A66AAC2AFC8}"/>
          </ac:picMkLst>
        </pc:picChg>
        <pc:picChg chg="add mod modCrop">
          <ac:chgData name="Guillaume Pech" userId="f08b9316144fa13b" providerId="LiveId" clId="{0FD22F48-4293-4E73-9CD8-97B7AC152C5B}" dt="2026-09-16T02:27:14.208" v="2405" actId="1076"/>
          <ac:picMkLst>
            <pc:docMk/>
            <pc:sldMk cId="709787359" sldId="292"/>
            <ac:picMk id="10" creationId="{5E0F1D2E-B40E-9369-04A9-8C00DCC5CD50}"/>
          </ac:picMkLst>
        </pc:picChg>
        <pc:picChg chg="add mod">
          <ac:chgData name="Guillaume Pech" userId="f08b9316144fa13b" providerId="LiveId" clId="{0FD22F48-4293-4E73-9CD8-97B7AC152C5B}" dt="2026-09-16T02:23:40.546" v="2402" actId="14100"/>
          <ac:picMkLst>
            <pc:docMk/>
            <pc:sldMk cId="709787359" sldId="292"/>
            <ac:picMk id="12" creationId="{5BA9D383-BB5D-61B1-8CAF-8DBBDFD4EB2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1:05.49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2,'35'0,"26"-2,-1 3,0 3,-1 2,92 22,-118-22,1 0,0-2,0-2,60-3,-50 1,-15-1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1:08.2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1,'12805'0,"-12776"2,0 1,0 1,44 13,40 7,-78-21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1:10.4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0,'5674'0,"-5354"14,-28-1,1794-11,-1017-4,-949 0,132 4,-139 11,-64-6,60 0,181-8,-267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1:03:05.70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0,'635'26'0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09.3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0,'9118'0,"-9087"0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11.77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0,'2573'0,"-2153"14,-34 0,921-15,-1255 4,1 2,63 14,-66-9,1-2,78 1,-30-11,144 4,-217 2,-4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17.5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1,'42'10,"-2"0,102 0,146-10,-121-3,497 0,1232 16,-1235 40,-341-31,-30-3,-55 15,-92-12,193 5,349-30,-679 3,-1 1,1-1,-1 0,1 0,0 0,-1-1,1 0,-1 0,0-1,1 1,-1-1,0 0,6-4,2-5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20.1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0,'0'1,"1"1,-1-1,1 0,0 0,-1 0,1 0,0 0,0 0,0 0,0 0,0 0,0-1,0 1,0 0,0 0,0-1,0 1,0-1,0 1,1-1,-1 0,0 1,0-1,1 0,-1 0,0 0,2 0,45 5,-40-5,553 5,-306-7,3052 2,-3285 1,0 2,0 0,0 1,0 2,27 10,16 3,42 6,2-5,163 9,225-19,-422-9,2973-6,-2775 5,-224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22.11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1,'6'3,"-1"0,1 0,0 0,0-1,0 0,0 0,0 0,0-1,0 0,1 0,-1-1,0 1,9-2,0 2,268 2,-162-5,160 18,311 27,5-44,-226-3,-194 2,190 5,-239 10,41 1,1690-15,-1832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28.7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96,'78'4,"116"20,-113-12,97 3,694-17,-812-1,-1-2,67-16,9 0,316-49,-392 63,1 2,89 5,-88 1,0-1,70-11,-98 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32.1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2,'29'1,"50"10,15 0,545-6,-356-7,-60-12,4 1,5120 15,-2909-3,-2410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1:03:36.08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0,'9313'53'0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42.68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0,'5499'0,"-5456"0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46.1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0 187,'3311'0,"-3003"13,-18 1,-123-14,-11-2,304 37,-336-21,0-5,170-10,-107-2,101 1,332 5,-468 9,240 52,-260-39,34 8,166 26,-247-48,167-1,34-10,76-4,-333 0,1-1,-1-1,0-2,-1-1,31-14,-26 10,0 1,1 2,43-8,39-3,0-6,118-43,-215 64,-7 3,1-1,0-1,-1 0,0-1,0 0,19-14,-30 20,-1-1,1 1,0 0,-1-1,1 1,-1-1,1 1,-1-1,1 0,-1 1,0-1,1 1,-1-1,0 0,1 0,-1 1,0-1,0 0,1 1,-1-1,0 0,0 0,0 1,0-1,0 0,0 0,0 1,0-1,0 0,-1 0,0-1,0 1,0-1,0 1,-1 0,1-1,0 1,-1 0,1 0,-1 0,1 0,-1 0,-2-1,-63-18,53 17,-25-7,0 2,0 2,-59-2,-124 9,96 1,-2837-2,2923-3,-1-1,0-3,-77-22,-9-3,74 21,-53-8,84 17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50.10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183 269,'170'12,"-32"0,364 27,59 3,956-38,-781-7,4566 3,-5299 0,0 0,1 0,-1 0,0-1,1 1,-1-1,0 1,1-1,-1 0,0-1,3 0,-6 1,1 1,-1 0,0 0,0-1,1 1,-1 0,0 0,0-1,0 1,0 0,0-1,1 1,-1 0,0 0,0-1,0 1,0 0,0-1,0 1,0 0,0-1,0 1,0 0,0-1,0 1,0 0,-1-1,1 1,0 0,0-1,0 1,0 0,0 0,-1-1,1 1,-22-17,-15-3,-2 1,0 3,-1 0,0 3,-1 2,0 1,-1 2,-1 2,1 2,-72 2,-2252 5,1409-4,449-12,-22-1,414 9,1-6,-123-27,43 5,-179-16,-624-3,-560 56,926-5,608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54.34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0 213,'325'13,"15"0,3416-16,-1900 6,-696-3,-1130-1,55-11,22-1,61 3,328-64,-415 53,-54 13,0 1,0 2,35-4,-18 5,78-18,-85 13,1 2,0 1,40 0,-20 4,85-14,-95 11,81 3,-97 2,-9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3:58.1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0,'0'1,"1"0,-1 0,0 0,1 0,-1 0,0 0,1 0,-1 0,1-1,0 1,-1 0,1 0,0-1,-1 1,1 0,0-1,0 1,0 0,-1-1,1 0,0 1,0-1,0 1,0-1,0 0,0 0,2 1,31 4,-31-5,372 6,-214-9,858 3,-862 13,-21 0,20-10,188 10,404 0,-464-15,3405 2,-3436 14,-10-1,1269-14,-1495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4T11:04:00.2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1,'8'5,"1"0,-1 0,1-1,-1 0,1-1,0 0,0 0,1-1,-1 0,19 1,-10 0,425 54,836-47,-706-14,730 5,-1101 12,-12 1,688-15,-855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70BF-B60B-4366-8CE1-A8C7205949A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566D5-F4FD-4257-9754-CFADAA48C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739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566D5-F4FD-4257-9754-CFADAA48CD05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753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C281-8FB4-AF62-9D27-6FE135555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91AF8-1A0A-E0AE-C272-61CA7F497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CEA9C-D64E-036D-37B7-8A2D3267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5EC78-1CAE-F935-8EA8-EFEE8307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D71CF-A84C-6A1E-84A8-175ADEF4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9786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5EE4-249C-A152-55B3-9250493B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B3F2B-2325-CAEA-0329-55D5E8B46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A3418-5B99-69AA-4038-3472D101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E230E-B7C1-357C-9ED8-55EA46F3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82C5-5C9E-FAD1-FFC4-CB43634B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091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7A06-36F4-3C53-A3A9-6EE59879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ED2F4-E058-6660-CBCA-A3BF1ABC3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35DA5-725C-D86F-5393-B5C0BB00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3813B-AA46-9811-BA47-22CDB313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39D0-708C-DBE6-EF0F-460A0A11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247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10A1-7803-A6A6-55EA-1A06CD67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9489-7608-BF9A-451A-0CBAB7801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DC0C4-2C62-761A-2321-F877CCF19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64B0F-1037-ACAA-CDFE-826E5FEC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EC680-BF36-5FEC-E0EB-401B9D8E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1E1B0-471C-8185-88D3-3510130B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966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D856-D6C7-B247-0FB5-27DE191C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148AF-84F1-D03A-FA05-D3946CD14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93689-41B5-6B00-01EB-0D4B96BD4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CB7B6A-11FC-AC2E-FCEF-7AB817161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58D21-3812-8363-804F-E531DCC3B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B456AD-3D4A-E7E0-51D3-90E114FA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8F3D4-C0D1-357F-D4F6-10BA9411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552B3-E7CD-26E1-EDC6-88B79965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066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E604-B311-8F05-8ECA-EB1560B9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0B138-EF57-CE43-7559-8C4AE390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6AE13-B876-68E1-C65B-5EEA38EA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8EC42-0D57-CAF3-1796-4787BF6C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450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AFAA7-D9E4-DA08-BF6C-1045B07D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69C1C-2C0E-D09F-5458-5887FF29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2C2C1-B774-3BF9-A179-4126EF80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094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CF1A-61C3-3580-8CD8-03748008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00EC-A2CA-EB6E-B75C-DCB57E3C7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EA5CE-3E0D-2983-5911-5B0B1E35C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2C223-C41E-B3CC-AEE6-187385AB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50D7-16E0-0EF6-42A0-7E520CE6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0D58C-EA01-5C44-B45C-C9BEE8A6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281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3B29-C4A0-5686-AC29-E67ADC5F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DE489-0611-E257-9EE2-F1583CA9E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CDABF-8CFF-ED32-718C-E13728E84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2A152-5D93-6BA0-9A76-972A6BA3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435AB-9398-0564-1865-4DB2C097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5F39C-1628-479F-D787-E47153A5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39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5870-66C6-079A-4D89-B6A68193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1B8C3-F002-C7F2-A142-09E6D13F4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FED8C-D863-9234-BFCB-9ACA6505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70755-FC00-F58D-723E-36B65A83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58058-DEE1-1609-D105-87023649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351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2CAA8-D997-0B60-7257-DA02BBF76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031EB-5A58-E589-E056-497A79A52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616E9-1D6F-B5CC-3756-4AA5E380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98B93-63AD-6C76-F176-6651D2BE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07D76-EDD8-0D15-01ED-66F586EE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413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C3568-11B6-B664-FBD0-BDCC183D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5593A-42B8-BFC8-85E8-C66704148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F883E-9F0C-DBDD-E7FC-A39A53847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AA8C9-9ED2-4DBB-A803-3CDCE1A20D0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ECE7-5DCF-4897-6939-1E18838B9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56076-0B00-E8B5-558C-069817C9A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B9C73-57C6-4C3E-B507-D2793E555E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565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g.boy.jp/vsEEG/vsEEGE.html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customXml" Target="../ink/ink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image" Target="../media/image40.png"/><Relationship Id="rId26" Type="http://schemas.openxmlformats.org/officeDocument/2006/relationships/image" Target="../media/image44.png"/><Relationship Id="rId3" Type="http://schemas.openxmlformats.org/officeDocument/2006/relationships/image" Target="../media/image32.png"/><Relationship Id="rId21" Type="http://schemas.openxmlformats.org/officeDocument/2006/relationships/customXml" Target="../ink/ink12.xml"/><Relationship Id="rId34" Type="http://schemas.openxmlformats.org/officeDocument/2006/relationships/image" Target="../media/image48.png"/><Relationship Id="rId7" Type="http://schemas.openxmlformats.org/officeDocument/2006/relationships/customXml" Target="../ink/ink5.xml"/><Relationship Id="rId12" Type="http://schemas.openxmlformats.org/officeDocument/2006/relationships/image" Target="../media/image37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2" Type="http://schemas.openxmlformats.org/officeDocument/2006/relationships/image" Target="../media/image31.pn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customXml" Target="../ink/ink7.xml"/><Relationship Id="rId24" Type="http://schemas.openxmlformats.org/officeDocument/2006/relationships/image" Target="../media/image43.png"/><Relationship Id="rId32" Type="http://schemas.openxmlformats.org/officeDocument/2006/relationships/image" Target="../media/image47.png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45.png"/><Relationship Id="rId10" Type="http://schemas.openxmlformats.org/officeDocument/2006/relationships/image" Target="../media/image36.png"/><Relationship Id="rId19" Type="http://schemas.openxmlformats.org/officeDocument/2006/relationships/customXml" Target="../ink/ink11.xml"/><Relationship Id="rId31" Type="http://schemas.openxmlformats.org/officeDocument/2006/relationships/customXml" Target="../ink/ink17.xml"/><Relationship Id="rId4" Type="http://schemas.openxmlformats.org/officeDocument/2006/relationships/image" Target="../media/image33.png"/><Relationship Id="rId9" Type="http://schemas.openxmlformats.org/officeDocument/2006/relationships/customXml" Target="../ink/ink6.xml"/><Relationship Id="rId14" Type="http://schemas.openxmlformats.org/officeDocument/2006/relationships/image" Target="../media/image38.png"/><Relationship Id="rId22" Type="http://schemas.openxmlformats.org/officeDocument/2006/relationships/image" Target="../media/image42.png"/><Relationship Id="rId27" Type="http://schemas.openxmlformats.org/officeDocument/2006/relationships/customXml" Target="../ink/ink15.xml"/><Relationship Id="rId30" Type="http://schemas.openxmlformats.org/officeDocument/2006/relationships/image" Target="../media/image46.png"/><Relationship Id="rId8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ACB20E46-A8F4-A0E0-DDBC-B45339C6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17" r="-1" b="6325"/>
          <a:stretch>
            <a:fillRect/>
          </a:stretch>
        </p:blipFill>
        <p:spPr>
          <a:xfrm>
            <a:off x="-1219" y="-4"/>
            <a:ext cx="12191695" cy="6858000"/>
          </a:xfrm>
          <a:prstGeom prst="rect">
            <a:avLst/>
          </a:prstGeom>
        </p:spPr>
      </p:pic>
      <p:sp>
        <p:nvSpPr>
          <p:cNvPr id="27" name="Freeform: Shape 21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81377" y="1386250"/>
            <a:ext cx="4598786" cy="411340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9573" y="1494845"/>
            <a:ext cx="4354593" cy="386112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987224" y="1122042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3FA5E-BCFC-B3C7-A370-3F1481EE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50" y="2691321"/>
            <a:ext cx="3555692" cy="11948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2-day Workshop EEG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536C0D-2219-44F1-94EC-B9A56501D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6303" y="1122043"/>
            <a:ext cx="4908132" cy="4613915"/>
            <a:chOff x="6516303" y="1122043"/>
            <a:chExt cx="4908132" cy="4613915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DF0CCBF-D7FD-451C-92EB-84C362B69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710901" y="1264257"/>
              <a:ext cx="4534335" cy="423539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B1B8EEB-4E8B-43EC-AB8F-F7E2CD968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300000">
              <a:off x="6516303" y="1122043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BBC5640-2A59-8ABA-9AAF-85873D3A1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0" b="99500" l="1200" r="95900">
                        <a14:foregroundMark x1="43400" y1="27900" x2="62600" y2="39800"/>
                        <a14:foregroundMark x1="66100" y1="17200" x2="26400" y2="16600"/>
                        <a14:foregroundMark x1="26400" y1="16600" x2="15800" y2="30400"/>
                        <a14:foregroundMark x1="15800" y1="30400" x2="15100" y2="55100"/>
                        <a14:foregroundMark x1="15100" y1="55100" x2="23700" y2="78100"/>
                        <a14:foregroundMark x1="23700" y1="78100" x2="42000" y2="90800"/>
                        <a14:foregroundMark x1="42000" y1="90800" x2="73000" y2="80700"/>
                        <a14:foregroundMark x1="73000" y1="80700" x2="88900" y2="60700"/>
                        <a14:foregroundMark x1="88900" y1="60700" x2="88300" y2="36900"/>
                        <a14:foregroundMark x1="88300" y1="36900" x2="64200" y2="19700"/>
                        <a14:foregroundMark x1="64200" y1="19700" x2="49700" y2="15700"/>
                        <a14:foregroundMark x1="58000" y1="23100" x2="70300" y2="50900"/>
                        <a14:foregroundMark x1="70300" y1="50900" x2="77400" y2="42000"/>
                        <a14:foregroundMark x1="55600" y1="4700" x2="47300" y2="6200"/>
                        <a14:foregroundMark x1="47000" y1="900" x2="52500" y2="2100"/>
                        <a14:foregroundMark x1="8600" y1="27000" x2="7200" y2="60400"/>
                        <a14:foregroundMark x1="7200" y1="60400" x2="19400" y2="45700"/>
                        <a14:foregroundMark x1="19400" y1="45700" x2="35900" y2="65200"/>
                        <a14:foregroundMark x1="35900" y1="65200" x2="45000" y2="68100"/>
                        <a14:foregroundMark x1="45000" y1="68100" x2="46400" y2="88700"/>
                        <a14:foregroundMark x1="46400" y1="88700" x2="63600" y2="93400"/>
                        <a14:foregroundMark x1="63600" y1="93400" x2="85100" y2="77100"/>
                        <a14:foregroundMark x1="85100" y1="77100" x2="92300" y2="63200"/>
                        <a14:foregroundMark x1="92300" y1="63200" x2="92700" y2="43100"/>
                        <a14:foregroundMark x1="92700" y1="43100" x2="87200" y2="28700"/>
                        <a14:foregroundMark x1="87200" y1="28700" x2="83100" y2="23800"/>
                        <a14:foregroundMark x1="5900" y1="33100" x2="6000" y2="67000"/>
                        <a14:foregroundMark x1="6000" y1="67000" x2="7200" y2="70400"/>
                        <a14:foregroundMark x1="1200" y1="41800" x2="2100" y2="59400"/>
                        <a14:foregroundMark x1="10500" y1="40600" x2="25900" y2="38200"/>
                        <a14:foregroundMark x1="25900" y1="38200" x2="56700" y2="42600"/>
                        <a14:foregroundMark x1="56700" y1="42600" x2="44000" y2="56100"/>
                        <a14:foregroundMark x1="44000" y1="56100" x2="16100" y2="53300"/>
                        <a14:foregroundMark x1="16100" y1="53300" x2="9900" y2="43600"/>
                        <a14:foregroundMark x1="9900" y1="43600" x2="14300" y2="39900"/>
                        <a14:foregroundMark x1="36800" y1="37900" x2="24000" y2="40000"/>
                        <a14:foregroundMark x1="24000" y1="40000" x2="23700" y2="49000"/>
                        <a14:foregroundMark x1="23700" y1="49000" x2="58500" y2="47900"/>
                        <a14:foregroundMark x1="58500" y1="47900" x2="47500" y2="38900"/>
                        <a14:foregroundMark x1="47500" y1="38900" x2="29300" y2="40100"/>
                        <a14:foregroundMark x1="29300" y1="40100" x2="27000" y2="42000"/>
                        <a14:foregroundMark x1="22400" y1="41700" x2="24600" y2="48000"/>
                        <a14:foregroundMark x1="24800" y1="47700" x2="24300" y2="44900"/>
                        <a14:foregroundMark x1="30100" y1="37200" x2="20000" y2="50100"/>
                        <a14:foregroundMark x1="25600" y1="39400" x2="19300" y2="48400"/>
                        <a14:foregroundMark x1="42800" y1="34800" x2="31100" y2="49800"/>
                        <a14:foregroundMark x1="53000" y1="38000" x2="45600" y2="51800"/>
                        <a14:foregroundMark x1="54700" y1="38700" x2="41500" y2="49800"/>
                        <a14:foregroundMark x1="48500" y1="37700" x2="24300" y2="51800"/>
                        <a14:foregroundMark x1="39800" y1="38200" x2="21300" y2="51300"/>
                        <a14:foregroundMark x1="35100" y1="37200" x2="23400" y2="51100"/>
                        <a14:foregroundMark x1="32500" y1="66400" x2="20700" y2="76100"/>
                        <a14:foregroundMark x1="32400" y1="93500" x2="46500" y2="95600"/>
                        <a14:foregroundMark x1="46500" y1="95600" x2="66800" y2="93300"/>
                        <a14:foregroundMark x1="45900" y1="99500" x2="56600" y2="99000"/>
                        <a14:foregroundMark x1="91500" y1="29400" x2="96200" y2="41800"/>
                        <a14:foregroundMark x1="96200" y1="41800" x2="95700" y2="60500"/>
                        <a14:foregroundMark x1="95700" y1="60500" x2="93600" y2="67100"/>
                        <a14:foregroundMark x1="93400" y1="30000" x2="95900" y2="38400"/>
                      </a14:backgroundRemoval>
                    </a14:imgEffect>
                  </a14:imgLayer>
                </a14:imgProps>
              </a:ext>
            </a:extLst>
          </a:blip>
          <a:srcRect t="6116" r="1" b="1"/>
          <a:stretch>
            <a:fillRect/>
          </a:stretch>
        </p:blipFill>
        <p:spPr>
          <a:xfrm>
            <a:off x="6882275" y="1386254"/>
            <a:ext cx="4228348" cy="3969721"/>
          </a:xfrm>
          <a:custGeom>
            <a:avLst/>
            <a:gdLst/>
            <a:ahLst/>
            <a:cxnLst/>
            <a:rect l="l" t="t" r="r" b="b"/>
            <a:pathLst>
              <a:path w="3952684" h="3588642">
                <a:moveTo>
                  <a:pt x="2262021" y="0"/>
                </a:moveTo>
                <a:cubicBezTo>
                  <a:pt x="2521915" y="0"/>
                  <a:pt x="2761111" y="48268"/>
                  <a:pt x="2973080" y="143330"/>
                </a:cubicBezTo>
                <a:cubicBezTo>
                  <a:pt x="3171733" y="232491"/>
                  <a:pt x="3346211" y="362626"/>
                  <a:pt x="3491678" y="530048"/>
                </a:cubicBezTo>
                <a:cubicBezTo>
                  <a:pt x="3788979" y="872350"/>
                  <a:pt x="3952684" y="1358801"/>
                  <a:pt x="3952684" y="1899831"/>
                </a:cubicBezTo>
                <a:cubicBezTo>
                  <a:pt x="3952684" y="2115686"/>
                  <a:pt x="3889322" y="2288927"/>
                  <a:pt x="3747331" y="2461593"/>
                </a:cubicBezTo>
                <a:cubicBezTo>
                  <a:pt x="3598809" y="2642210"/>
                  <a:pt x="3375643" y="2808567"/>
                  <a:pt x="3139331" y="2984675"/>
                </a:cubicBezTo>
                <a:cubicBezTo>
                  <a:pt x="3095732" y="3017128"/>
                  <a:pt x="3050692" y="3050728"/>
                  <a:pt x="3005652" y="3084736"/>
                </a:cubicBezTo>
                <a:cubicBezTo>
                  <a:pt x="2602495" y="3389096"/>
                  <a:pt x="2308249" y="3588642"/>
                  <a:pt x="1907213" y="3588642"/>
                </a:cubicBezTo>
                <a:cubicBezTo>
                  <a:pt x="1296158" y="3588642"/>
                  <a:pt x="863400" y="3343695"/>
                  <a:pt x="460242" y="2769559"/>
                </a:cubicBezTo>
                <a:cubicBezTo>
                  <a:pt x="407483" y="2694411"/>
                  <a:pt x="355911" y="2626066"/>
                  <a:pt x="306036" y="2560014"/>
                </a:cubicBezTo>
                <a:cubicBezTo>
                  <a:pt x="99326" y="2286139"/>
                  <a:pt x="0" y="2143712"/>
                  <a:pt x="0" y="1899831"/>
                </a:cubicBezTo>
                <a:cubicBezTo>
                  <a:pt x="0" y="1657671"/>
                  <a:pt x="62259" y="1418460"/>
                  <a:pt x="184911" y="1188839"/>
                </a:cubicBezTo>
                <a:cubicBezTo>
                  <a:pt x="304934" y="964216"/>
                  <a:pt x="476527" y="758606"/>
                  <a:pt x="694859" y="577907"/>
                </a:cubicBezTo>
                <a:cubicBezTo>
                  <a:pt x="909458" y="400240"/>
                  <a:pt x="1164345" y="253716"/>
                  <a:pt x="1432127" y="154228"/>
                </a:cubicBezTo>
                <a:cubicBezTo>
                  <a:pt x="1707119" y="51875"/>
                  <a:pt x="1986436" y="0"/>
                  <a:pt x="226202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25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812509-F99B-C079-1FD6-70008B2E4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59" b="94885" l="2051" r="95020">
                        <a14:foregroundMark x1="19141" y1="4348" x2="11328" y2="31714"/>
                        <a14:foregroundMark x1="11328" y1="31714" x2="15234" y2="81074"/>
                        <a14:foregroundMark x1="15234" y1="81074" x2="21973" y2="93606"/>
                        <a14:foregroundMark x1="21973" y1="93606" x2="31836" y2="87212"/>
                        <a14:foregroundMark x1="31836" y1="87212" x2="36328" y2="53708"/>
                        <a14:foregroundMark x1="36328" y1="53708" x2="31641" y2="26343"/>
                        <a14:foregroundMark x1="31641" y1="26343" x2="22852" y2="12532"/>
                        <a14:foregroundMark x1="34863" y1="15090" x2="24609" y2="3581"/>
                        <a14:foregroundMark x1="24609" y1="3581" x2="16016" y2="5882"/>
                        <a14:foregroundMark x1="16016" y1="5882" x2="8685" y2="17714"/>
                        <a14:foregroundMark x1="4254" y1="55148" x2="6641" y2="73146"/>
                        <a14:foregroundMark x1="6641" y1="73146" x2="12695" y2="89770"/>
                        <a14:foregroundMark x1="12695" y1="89770" x2="18164" y2="94885"/>
                        <a14:foregroundMark x1="18164" y1="94885" x2="33398" y2="89258"/>
                        <a14:foregroundMark x1="33398" y1="89258" x2="37207" y2="82097"/>
                        <a14:foregroundMark x1="5469" y1="69054" x2="6099" y2="36665"/>
                        <a14:foregroundMark x1="83105" y1="10486" x2="76367" y2="13811"/>
                        <a14:foregroundMark x1="76367" y1="13811" x2="66113" y2="34783"/>
                        <a14:foregroundMark x1="66113" y1="34783" x2="68066" y2="64706"/>
                        <a14:foregroundMark x1="68066" y1="64706" x2="73438" y2="79540"/>
                        <a14:foregroundMark x1="73438" y1="79540" x2="82520" y2="81074"/>
                        <a14:foregroundMark x1="82520" y1="81074" x2="90527" y2="45013"/>
                        <a14:foregroundMark x1="90527" y1="45013" x2="83105" y2="13043"/>
                        <a14:foregroundMark x1="83105" y1="13043" x2="79590" y2="8184"/>
                        <a14:foregroundMark x1="67480" y1="17391" x2="74805" y2="5115"/>
                        <a14:foregroundMark x1="74805" y1="5115" x2="84863" y2="11765"/>
                        <a14:foregroundMark x1="84863" y1="11765" x2="91016" y2="24297"/>
                        <a14:foregroundMark x1="91016" y1="24297" x2="94434" y2="37852"/>
                        <a14:foregroundMark x1="94434" y1="37852" x2="95020" y2="69821"/>
                        <a14:foregroundMark x1="95020" y1="69821" x2="92773" y2="75959"/>
                        <a14:foregroundMark x1="84473" y1="90281" x2="75586" y2="94118"/>
                        <a14:foregroundMark x1="75586" y1="94118" x2="69629" y2="91304"/>
                        <a14:foregroundMark x1="69629" y1="91304" x2="69531" y2="91049"/>
                        <a14:foregroundMark x1="85352" y1="93350" x2="83008" y2="94629"/>
                        <a14:foregroundMark x1="56738" y1="45780" x2="56738" y2="45780"/>
                        <a14:foregroundMark x1="78125" y1="4859" x2="81836" y2="6905"/>
                        <a14:foregroundMark x1="86035" y1="7673" x2="70703" y2="7161"/>
                        <a14:foregroundMark x1="70703" y1="7161" x2="65332" y2="14066"/>
                        <a14:foregroundMark x1="65332" y1="14066" x2="61328" y2="23785"/>
                        <a14:foregroundMark x1="61328" y1="23785" x2="61035" y2="25320"/>
                        <a14:foregroundMark x1="42480" y1="57033" x2="40918" y2="66752"/>
                        <a14:backgroundMark x1="7910" y1="16624" x2="293" y2="50128"/>
                        <a14:backgroundMark x1="293" y1="50128" x2="0" y2="52941"/>
                        <a14:backgroundMark x1="6934" y1="17903" x2="586" y2="63683"/>
                        <a14:backgroundMark x1="586" y1="63683" x2="391" y2="72379"/>
                        <a14:backgroundMark x1="2637" y1="44501" x2="2539" y2="68031"/>
                        <a14:backgroundMark x1="2539" y1="68031" x2="2734" y2="70077"/>
                        <a14:backgroundMark x1="2441" y1="51662" x2="3711" y2="76726"/>
                        <a14:backgroundMark x1="2539" y1="68542" x2="4688" y2="74936"/>
                      </a14:backgroundRemoval>
                    </a14:imgEffect>
                  </a14:imgLayer>
                </a14:imgProps>
              </a:ext>
            </a:extLst>
          </a:blip>
          <a:srcRect r="53657"/>
          <a:stretch>
            <a:fillRect/>
          </a:stretch>
        </p:blipFill>
        <p:spPr>
          <a:xfrm>
            <a:off x="5810250" y="843958"/>
            <a:ext cx="5841434" cy="4812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8EEA45-1AF1-6447-F8AE-60109C182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59" b="94885" l="2051" r="95020">
                        <a14:foregroundMark x1="19141" y1="4348" x2="11328" y2="31714"/>
                        <a14:foregroundMark x1="11328" y1="31714" x2="15234" y2="81074"/>
                        <a14:foregroundMark x1="15234" y1="81074" x2="21973" y2="93606"/>
                        <a14:foregroundMark x1="21973" y1="93606" x2="31836" y2="87212"/>
                        <a14:foregroundMark x1="31836" y1="87212" x2="36328" y2="53708"/>
                        <a14:foregroundMark x1="36328" y1="53708" x2="31641" y2="26343"/>
                        <a14:foregroundMark x1="31641" y1="26343" x2="22852" y2="12532"/>
                        <a14:foregroundMark x1="34863" y1="15090" x2="24609" y2="3581"/>
                        <a14:foregroundMark x1="24609" y1="3581" x2="16016" y2="5882"/>
                        <a14:foregroundMark x1="16016" y1="5882" x2="8685" y2="17714"/>
                        <a14:foregroundMark x1="4254" y1="55148" x2="6641" y2="73146"/>
                        <a14:foregroundMark x1="6641" y1="73146" x2="12695" y2="89770"/>
                        <a14:foregroundMark x1="12695" y1="89770" x2="18164" y2="94885"/>
                        <a14:foregroundMark x1="18164" y1="94885" x2="33398" y2="89258"/>
                        <a14:foregroundMark x1="33398" y1="89258" x2="37207" y2="82097"/>
                        <a14:foregroundMark x1="5469" y1="69054" x2="6099" y2="36665"/>
                        <a14:foregroundMark x1="83105" y1="10486" x2="76367" y2="13811"/>
                        <a14:foregroundMark x1="76367" y1="13811" x2="66113" y2="34783"/>
                        <a14:foregroundMark x1="66113" y1="34783" x2="68066" y2="64706"/>
                        <a14:foregroundMark x1="68066" y1="64706" x2="73438" y2="79540"/>
                        <a14:foregroundMark x1="73438" y1="79540" x2="82520" y2="81074"/>
                        <a14:foregroundMark x1="82520" y1="81074" x2="90527" y2="45013"/>
                        <a14:foregroundMark x1="90527" y1="45013" x2="83105" y2="13043"/>
                        <a14:foregroundMark x1="83105" y1="13043" x2="79590" y2="8184"/>
                        <a14:foregroundMark x1="67480" y1="17391" x2="74805" y2="5115"/>
                        <a14:foregroundMark x1="74805" y1="5115" x2="84863" y2="11765"/>
                        <a14:foregroundMark x1="84863" y1="11765" x2="91016" y2="24297"/>
                        <a14:foregroundMark x1="91016" y1="24297" x2="94434" y2="37852"/>
                        <a14:foregroundMark x1="94434" y1="37852" x2="95020" y2="69821"/>
                        <a14:foregroundMark x1="95020" y1="69821" x2="92773" y2="75959"/>
                        <a14:foregroundMark x1="84473" y1="90281" x2="75586" y2="94118"/>
                        <a14:foregroundMark x1="75586" y1="94118" x2="69629" y2="91304"/>
                        <a14:foregroundMark x1="69629" y1="91304" x2="69531" y2="91049"/>
                        <a14:foregroundMark x1="85352" y1="93350" x2="83008" y2="94629"/>
                        <a14:foregroundMark x1="56738" y1="45780" x2="56738" y2="45780"/>
                        <a14:foregroundMark x1="78125" y1="4859" x2="81836" y2="6905"/>
                        <a14:foregroundMark x1="86035" y1="7673" x2="70703" y2="7161"/>
                        <a14:foregroundMark x1="70703" y1="7161" x2="65332" y2="14066"/>
                        <a14:foregroundMark x1="65332" y1="14066" x2="61328" y2="23785"/>
                        <a14:foregroundMark x1="61328" y1="23785" x2="61035" y2="25320"/>
                        <a14:foregroundMark x1="42480" y1="57033" x2="40918" y2="66752"/>
                        <a14:backgroundMark x1="7910" y1="16624" x2="293" y2="50128"/>
                        <a14:backgroundMark x1="293" y1="50128" x2="0" y2="52941"/>
                        <a14:backgroundMark x1="6934" y1="17903" x2="586" y2="63683"/>
                        <a14:backgroundMark x1="586" y1="63683" x2="391" y2="72379"/>
                        <a14:backgroundMark x1="2637" y1="44501" x2="2539" y2="68031"/>
                        <a14:backgroundMark x1="2539" y1="68031" x2="2734" y2="70077"/>
                        <a14:backgroundMark x1="2441" y1="51662" x2="3711" y2="76726"/>
                        <a14:backgroundMark x1="2539" y1="68542" x2="4688" y2="74936"/>
                      </a14:backgroundRemoval>
                    </a14:imgEffect>
                  </a14:imgLayer>
                </a14:imgProps>
              </a:ext>
            </a:extLst>
          </a:blip>
          <a:srcRect l="51371"/>
          <a:stretch>
            <a:fillRect/>
          </a:stretch>
        </p:blipFill>
        <p:spPr>
          <a:xfrm>
            <a:off x="109554" y="956266"/>
            <a:ext cx="5986446" cy="470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8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A864-9396-52AD-9736-7609C8F2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General program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93DF-0617-5913-428B-6AD6D4D9D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1825625"/>
            <a:ext cx="1198244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BE" dirty="0" err="1"/>
              <a:t>Session1</a:t>
            </a:r>
            <a:r>
              <a:rPr lang="fr-BE" dirty="0"/>
              <a:t> – What EEG </a:t>
            </a:r>
            <a:r>
              <a:rPr lang="fr-BE" dirty="0" err="1"/>
              <a:t>is</a:t>
            </a:r>
            <a:r>
              <a:rPr lang="fr-BE" dirty="0"/>
              <a:t>?</a:t>
            </a:r>
          </a:p>
          <a:p>
            <a:pPr>
              <a:lnSpc>
                <a:spcPct val="150000"/>
              </a:lnSpc>
            </a:pPr>
            <a:r>
              <a:rPr lang="fr-BE" dirty="0" err="1"/>
              <a:t>Session2</a:t>
            </a:r>
            <a:r>
              <a:rPr lang="fr-BE" dirty="0"/>
              <a:t> – How to </a:t>
            </a:r>
            <a:r>
              <a:rPr lang="fr-BE" dirty="0" err="1"/>
              <a:t>set-up</a:t>
            </a:r>
            <a:r>
              <a:rPr lang="fr-BE" dirty="0"/>
              <a:t> an EEG?</a:t>
            </a:r>
          </a:p>
          <a:p>
            <a:pPr>
              <a:lnSpc>
                <a:spcPct val="150000"/>
              </a:lnSpc>
            </a:pPr>
            <a:r>
              <a:rPr lang="fr-BE" dirty="0" err="1"/>
              <a:t>Session3&amp;4</a:t>
            </a:r>
            <a:r>
              <a:rPr lang="fr-BE" dirty="0"/>
              <a:t> – How to process EEG signal?</a:t>
            </a:r>
          </a:p>
          <a:p>
            <a:pPr>
              <a:lnSpc>
                <a:spcPct val="150000"/>
              </a:lnSpc>
            </a:pPr>
            <a:r>
              <a:rPr lang="fr-BE" dirty="0" err="1"/>
              <a:t>Session5&amp;6</a:t>
            </a:r>
            <a:r>
              <a:rPr lang="fr-BE" dirty="0"/>
              <a:t> – How to </a:t>
            </a:r>
            <a:r>
              <a:rPr lang="fr-BE" dirty="0" err="1"/>
              <a:t>extract</a:t>
            </a:r>
            <a:r>
              <a:rPr lang="fr-BE" dirty="0"/>
              <a:t> &amp; analyse EEG signal – time &amp; time-</a:t>
            </a:r>
            <a:r>
              <a:rPr lang="fr-BE" dirty="0" err="1"/>
              <a:t>frequency</a:t>
            </a:r>
            <a:r>
              <a:rPr lang="fr-BE" dirty="0"/>
              <a:t>?</a:t>
            </a:r>
          </a:p>
          <a:p>
            <a:pPr>
              <a:lnSpc>
                <a:spcPct val="150000"/>
              </a:lnSpc>
            </a:pPr>
            <a:r>
              <a:rPr lang="fr-BE" dirty="0"/>
              <a:t>(</a:t>
            </a:r>
            <a:r>
              <a:rPr lang="fr-BE" dirty="0" err="1"/>
              <a:t>Optional</a:t>
            </a:r>
            <a:r>
              <a:rPr lang="fr-BE" dirty="0"/>
              <a:t>) </a:t>
            </a:r>
            <a:r>
              <a:rPr lang="fr-BE" dirty="0" err="1"/>
              <a:t>Session7&amp;8</a:t>
            </a:r>
            <a:r>
              <a:rPr lang="fr-BE" dirty="0"/>
              <a:t> – Introduction of </a:t>
            </a:r>
            <a:r>
              <a:rPr lang="fr-BE" dirty="0" err="1"/>
              <a:t>some</a:t>
            </a:r>
            <a:r>
              <a:rPr lang="fr-BE" dirty="0"/>
              <a:t> </a:t>
            </a:r>
            <a:r>
              <a:rPr lang="fr-BE" dirty="0" err="1"/>
              <a:t>advanced</a:t>
            </a:r>
            <a:r>
              <a:rPr lang="fr-BE" dirty="0"/>
              <a:t> </a:t>
            </a:r>
            <a:r>
              <a:rPr lang="fr-BE" dirty="0" err="1"/>
              <a:t>methods</a:t>
            </a:r>
            <a:r>
              <a:rPr lang="fr-BE" dirty="0"/>
              <a:t> on EEG</a:t>
            </a:r>
          </a:p>
          <a:p>
            <a:pPr>
              <a:lnSpc>
                <a:spcPct val="150000"/>
              </a:lnSpc>
            </a:pPr>
            <a:endParaRPr lang="fr-BE" dirty="0"/>
          </a:p>
          <a:p>
            <a:pPr>
              <a:lnSpc>
                <a:spcPct val="150000"/>
              </a:lnSpc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2278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0FEA-0275-77CA-F6E0-CDF245F2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Goals of the workshop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8FD6-AF71-816B-CF83-0D16832AB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BE" dirty="0" err="1"/>
              <a:t>Introducing</a:t>
            </a:r>
            <a:r>
              <a:rPr lang="fr-BE" dirty="0"/>
              <a:t> main EEG concepts &amp; </a:t>
            </a:r>
            <a:r>
              <a:rPr lang="fr-BE" dirty="0" err="1"/>
              <a:t>analysis</a:t>
            </a:r>
            <a:r>
              <a:rPr lang="fr-BE" dirty="0"/>
              <a:t> – </a:t>
            </a:r>
            <a:r>
              <a:rPr lang="fr-BE" dirty="0" err="1"/>
              <a:t>broaden</a:t>
            </a:r>
            <a:r>
              <a:rPr lang="fr-BE" dirty="0"/>
              <a:t> </a:t>
            </a:r>
            <a:r>
              <a:rPr lang="fr-BE" dirty="0" err="1"/>
              <a:t>your</a:t>
            </a:r>
            <a:r>
              <a:rPr lang="fr-BE" dirty="0"/>
              <a:t> perspective</a:t>
            </a:r>
          </a:p>
          <a:p>
            <a:pPr>
              <a:lnSpc>
                <a:spcPct val="150000"/>
              </a:lnSpc>
            </a:pPr>
            <a:r>
              <a:rPr lang="fr-BE" dirty="0"/>
              <a:t>Focus on </a:t>
            </a:r>
            <a:r>
              <a:rPr lang="fr-BE" dirty="0" err="1"/>
              <a:t>what</a:t>
            </a:r>
            <a:r>
              <a:rPr lang="fr-BE" dirty="0"/>
              <a:t> </a:t>
            </a:r>
            <a:r>
              <a:rPr lang="fr-BE" dirty="0" err="1"/>
              <a:t>matters</a:t>
            </a:r>
            <a:r>
              <a:rPr lang="fr-BE" dirty="0"/>
              <a:t> </a:t>
            </a:r>
            <a:r>
              <a:rPr lang="fr-BE" dirty="0" err="1"/>
              <a:t>most</a:t>
            </a:r>
            <a:r>
              <a:rPr lang="fr-BE" dirty="0"/>
              <a:t> – not exhaustive</a:t>
            </a:r>
          </a:p>
          <a:p>
            <a:pPr>
              <a:lnSpc>
                <a:spcPct val="150000"/>
              </a:lnSpc>
            </a:pPr>
            <a:r>
              <a:rPr lang="fr-BE" dirty="0"/>
              <a:t>Familiarise </a:t>
            </a:r>
            <a:r>
              <a:rPr lang="fr-BE" dirty="0" err="1"/>
              <a:t>with</a:t>
            </a:r>
            <a:r>
              <a:rPr lang="fr-BE" dirty="0"/>
              <a:t> the </a:t>
            </a:r>
            <a:r>
              <a:rPr lang="fr-BE" dirty="0" err="1"/>
              <a:t>MNE</a:t>
            </a:r>
            <a:r>
              <a:rPr lang="fr-BE" dirty="0"/>
              <a:t>-python </a:t>
            </a:r>
            <a:r>
              <a:rPr lang="fr-BE" dirty="0" err="1"/>
              <a:t>library</a:t>
            </a:r>
            <a:endParaRPr lang="fr-BE" dirty="0"/>
          </a:p>
          <a:p>
            <a:pPr>
              <a:lnSpc>
                <a:spcPct val="150000"/>
              </a:lnSpc>
            </a:pPr>
            <a:r>
              <a:rPr lang="fr-BE" dirty="0"/>
              <a:t>Share experience &amp; ressources &amp; codes</a:t>
            </a:r>
          </a:p>
        </p:txBody>
      </p:sp>
    </p:spTree>
    <p:extLst>
      <p:ext uri="{BB962C8B-B14F-4D97-AF65-F5344CB8AC3E}">
        <p14:creationId xmlns:p14="http://schemas.microsoft.com/office/powerpoint/2010/main" val="127591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0EFF4-AF01-1F66-BA77-A65328B43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5DAD-4996-8C61-0F39-2B4EE0F1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Program </a:t>
            </a:r>
            <a:r>
              <a:rPr lang="fr-BE" dirty="0" err="1"/>
              <a:t>session1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9307D-A956-347F-2369-0628F32D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8500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fr-BE" dirty="0" err="1"/>
              <a:t>History</a:t>
            </a:r>
            <a:r>
              <a:rPr lang="fr-BE" dirty="0"/>
              <a:t> EEG – </a:t>
            </a:r>
            <a:r>
              <a:rPr lang="fr-BE" dirty="0" err="1"/>
              <a:t>past</a:t>
            </a:r>
            <a:r>
              <a:rPr lang="fr-BE" dirty="0"/>
              <a:t>, </a:t>
            </a:r>
            <a:r>
              <a:rPr lang="fr-BE" dirty="0" err="1"/>
              <a:t>present</a:t>
            </a:r>
            <a:r>
              <a:rPr lang="fr-BE" dirty="0"/>
              <a:t>, and future</a:t>
            </a:r>
          </a:p>
          <a:p>
            <a:pPr>
              <a:lnSpc>
                <a:spcPct val="200000"/>
              </a:lnSpc>
            </a:pPr>
            <a:r>
              <a:rPr lang="fr-BE" dirty="0"/>
              <a:t>EEG, </a:t>
            </a:r>
            <a:r>
              <a:rPr lang="fr-BE" dirty="0" err="1"/>
              <a:t>what</a:t>
            </a:r>
            <a:r>
              <a:rPr lang="fr-BE" dirty="0"/>
              <a:t> are </a:t>
            </a:r>
            <a:r>
              <a:rPr lang="fr-BE" dirty="0" err="1"/>
              <a:t>we</a:t>
            </a:r>
            <a:r>
              <a:rPr lang="fr-BE" dirty="0"/>
              <a:t> </a:t>
            </a:r>
            <a:r>
              <a:rPr lang="fr-BE" dirty="0" err="1"/>
              <a:t>recording</a:t>
            </a:r>
            <a:r>
              <a:rPr lang="fr-BE" dirty="0"/>
              <a:t>?</a:t>
            </a:r>
          </a:p>
          <a:p>
            <a:pPr>
              <a:lnSpc>
                <a:spcPct val="200000"/>
              </a:lnSpc>
            </a:pPr>
            <a:r>
              <a:rPr lang="fr-BE" dirty="0"/>
              <a:t>A main </a:t>
            </a:r>
            <a:r>
              <a:rPr lang="fr-BE" dirty="0" err="1"/>
              <a:t>concern</a:t>
            </a:r>
            <a:r>
              <a:rPr lang="fr-BE" dirty="0"/>
              <a:t> of EEG </a:t>
            </a:r>
            <a:r>
              <a:rPr lang="fr-BE" dirty="0" err="1"/>
              <a:t>recording</a:t>
            </a:r>
            <a:r>
              <a:rPr lang="fr-BE" dirty="0"/>
              <a:t>, </a:t>
            </a:r>
            <a:r>
              <a:rPr lang="fr-BE" dirty="0" err="1"/>
              <a:t>improving</a:t>
            </a:r>
            <a:r>
              <a:rPr lang="fr-BE" dirty="0"/>
              <a:t> Signal to Noise Ratio</a:t>
            </a:r>
          </a:p>
          <a:p>
            <a:pPr>
              <a:lnSpc>
                <a:spcPct val="150000"/>
              </a:lnSpc>
            </a:pPr>
            <a:endParaRPr lang="fr-BE" dirty="0"/>
          </a:p>
          <a:p>
            <a:pPr>
              <a:lnSpc>
                <a:spcPct val="150000"/>
              </a:lnSpc>
            </a:pPr>
            <a:endParaRPr lang="fr-BE" dirty="0"/>
          </a:p>
          <a:p>
            <a:pPr>
              <a:lnSpc>
                <a:spcPct val="150000"/>
              </a:lnSpc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0453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7991DC-9EAD-8859-991E-C720947B81F1}"/>
              </a:ext>
            </a:extLst>
          </p:cNvPr>
          <p:cNvSpPr txBox="1">
            <a:spLocks/>
          </p:cNvSpPr>
          <p:nvPr/>
        </p:nvSpPr>
        <p:spPr>
          <a:xfrm>
            <a:off x="1235130" y="906648"/>
            <a:ext cx="9874139" cy="1131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Helvetica Neue"/>
              </a:rPr>
              <a:t>On July 6th 1924, Hans Berger performed the first-ever recording of the electroencephalogram from a human. </a:t>
            </a:r>
            <a:endParaRPr lang="LID4096" dirty="0"/>
          </a:p>
          <a:p>
            <a:endParaRPr lang="LID4096" dirty="0"/>
          </a:p>
        </p:txBody>
      </p:sp>
      <p:pic>
        <p:nvPicPr>
          <p:cNvPr id="7" name="Picture 6" descr="Histoire du neurofeedback • Neurofeedback Luxembourg">
            <a:extLst>
              <a:ext uri="{FF2B5EF4-FFF2-40B4-BE49-F238E27FC236}">
                <a16:creationId xmlns:a16="http://schemas.microsoft.com/office/drawing/2014/main" id="{1DC15CCE-4BE8-D242-8328-8997DE41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819" y="2114550"/>
            <a:ext cx="4701055" cy="44559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1461-4CE7-DFE5-C951-917E617C1D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EDE1B-4F66-75BE-08B9-CC997A4DF30A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2771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099B47-E12D-60BE-4B9A-4B23A4F9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79C0-69D5-0D6E-36AC-DAFB468040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4958A9-8174-9478-1738-4FE215E9EE8B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473BEF-87DC-50C8-0312-B05F41686F03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601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72B2-4934-4145-2627-CFC87F32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5E76B5-0330-6FFB-3B93-52D8DFE0E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3324225" cy="18698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AE4B39-4D0B-CA3B-4B9D-08C8C80261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6A902C-0B43-7FEF-94AE-0027EFC44D07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640425-D3F7-E7A0-D452-788522563921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33E00-B73E-E4D0-91C8-C92AA5914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80975"/>
            <a:ext cx="97536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30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FD33-B5D1-5736-1E0A-3B9B520A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8E28F6-D484-FF02-7810-8A635024E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3324225" cy="18698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CDA3C2-F896-EE46-B7A6-63A09DACEF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686D5C-A6B2-745A-301F-EB9AB62FD305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D671C-2DE5-2A1F-63B1-185156E2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712602"/>
            <a:ext cx="3600450" cy="2397956"/>
          </a:xfrm>
          <a:prstGeom prst="rect">
            <a:avLst/>
          </a:prstGeom>
        </p:spPr>
      </p:pic>
      <p:pic>
        <p:nvPicPr>
          <p:cNvPr id="6" name="Picture 5" descr="Neurofeedback | Advanced Behavioral Care">
            <a:extLst>
              <a:ext uri="{FF2B5EF4-FFF2-40B4-BE49-F238E27FC236}">
                <a16:creationId xmlns:a16="http://schemas.microsoft.com/office/drawing/2014/main" id="{AB0B66DD-FF50-7860-AF37-98B6EA01E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594" y="859203"/>
            <a:ext cx="9141569" cy="5139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9F6AD8-585A-14E2-7C19-42FADBD68D9A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1386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4A48-6569-2E4A-C546-01A1B12A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971C7E-7636-3195-C5BE-3FCFDDED9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3324225" cy="18698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90D6E2-E283-F125-F19D-B34256B33316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95708A-BA78-E708-8D7B-0BA83EAA287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223FDA-E568-19EF-23D1-995A7B269A37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CBFBE-7080-1FA7-6BB7-B41A5DD85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712602"/>
            <a:ext cx="3600450" cy="2397956"/>
          </a:xfrm>
          <a:prstGeom prst="rect">
            <a:avLst/>
          </a:prstGeom>
        </p:spPr>
      </p:pic>
      <p:pic>
        <p:nvPicPr>
          <p:cNvPr id="6" name="Picture 5" descr="Neurofeedback | Advanced Behavioral Care">
            <a:extLst>
              <a:ext uri="{FF2B5EF4-FFF2-40B4-BE49-F238E27FC236}">
                <a16:creationId xmlns:a16="http://schemas.microsoft.com/office/drawing/2014/main" id="{C7317C73-89DD-1563-23B7-51AD95FC3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703077"/>
            <a:ext cx="4265139" cy="2397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663BD1-0767-E3D9-AAAE-06569E00E7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07"/>
          <a:stretch>
            <a:fillRect/>
          </a:stretch>
        </p:blipFill>
        <p:spPr>
          <a:xfrm>
            <a:off x="3087044" y="0"/>
            <a:ext cx="6017911" cy="694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3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0E87A-6B7A-48DC-B7CE-D831F4F3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FBC8E0-DC08-BF99-8531-008D32AE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3324225" cy="18698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8A1F61-A963-6013-FB20-AC2098CE6B4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BCA718-A020-B4E3-C01D-660A6A5E3ED5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60589C-69E5-7E42-693E-B0C0E9D6F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712602"/>
            <a:ext cx="3600450" cy="2397956"/>
          </a:xfrm>
          <a:prstGeom prst="rect">
            <a:avLst/>
          </a:prstGeom>
        </p:spPr>
      </p:pic>
      <p:pic>
        <p:nvPicPr>
          <p:cNvPr id="6" name="Picture 5" descr="Neurofeedback | Advanced Behavioral Care">
            <a:extLst>
              <a:ext uri="{FF2B5EF4-FFF2-40B4-BE49-F238E27FC236}">
                <a16:creationId xmlns:a16="http://schemas.microsoft.com/office/drawing/2014/main" id="{7322858B-57B3-E048-6810-04658B1C5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703077"/>
            <a:ext cx="4265139" cy="2397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48B235-4B71-65DC-4471-F24A57D33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16" y="3429000"/>
            <a:ext cx="2936309" cy="3429000"/>
          </a:xfrm>
          <a:prstGeom prst="rect">
            <a:avLst/>
          </a:prstGeom>
        </p:spPr>
      </p:pic>
      <p:pic>
        <p:nvPicPr>
          <p:cNvPr id="9" name="Picture 8" descr="What is BCI? An introduction to brain-computer interface using EEG |  Bitbrain">
            <a:extLst>
              <a:ext uri="{FF2B5EF4-FFF2-40B4-BE49-F238E27FC236}">
                <a16:creationId xmlns:a16="http://schemas.microsoft.com/office/drawing/2014/main" id="{9B725D6D-C528-E074-BD07-0A0DC16F5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594" y="1055525"/>
            <a:ext cx="9141569" cy="47469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0A296DE-CB2D-1110-0223-220EFE37A2A0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614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4052-4F43-9DD0-741C-B9A52C3A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D2CFFD-8925-EFD9-F549-3D497BB6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25"/>
            <a:ext cx="3324225" cy="18698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80C639-B5F0-5921-18FA-518DD2866F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9E08DA-7C66-5086-F7BF-784C1759F4E4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A16DE-F427-DE9A-4B7A-C327180C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712602"/>
            <a:ext cx="3600450" cy="2397956"/>
          </a:xfrm>
          <a:prstGeom prst="rect">
            <a:avLst/>
          </a:prstGeom>
        </p:spPr>
      </p:pic>
      <p:pic>
        <p:nvPicPr>
          <p:cNvPr id="6" name="Picture 5" descr="Neurofeedback | Advanced Behavioral Care">
            <a:extLst>
              <a:ext uri="{FF2B5EF4-FFF2-40B4-BE49-F238E27FC236}">
                <a16:creationId xmlns:a16="http://schemas.microsoft.com/office/drawing/2014/main" id="{25C0F2B0-786C-DCA4-3CB1-1ACB263B4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775" y="703077"/>
            <a:ext cx="4265139" cy="2397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A91516-19D8-0572-7948-2514A197E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16" y="3429000"/>
            <a:ext cx="2936309" cy="3429000"/>
          </a:xfrm>
          <a:prstGeom prst="rect">
            <a:avLst/>
          </a:prstGeom>
        </p:spPr>
      </p:pic>
      <p:pic>
        <p:nvPicPr>
          <p:cNvPr id="9" name="Picture 8" descr="What is BCI? An introduction to brain-computer interface using EEG |  Bitbrain">
            <a:extLst>
              <a:ext uri="{FF2B5EF4-FFF2-40B4-BE49-F238E27FC236}">
                <a16:creationId xmlns:a16="http://schemas.microsoft.com/office/drawing/2014/main" id="{BB31B608-1246-582F-1C9B-782636D26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430" y="3747443"/>
            <a:ext cx="4636271" cy="2407480"/>
          </a:xfrm>
          <a:prstGeom prst="rect">
            <a:avLst/>
          </a:prstGeom>
        </p:spPr>
      </p:pic>
      <p:pic>
        <p:nvPicPr>
          <p:cNvPr id="10" name="Picture 9" descr="Comparison of different input modalities and network structures for deep  learning-based seizure detection | Scientific Reports">
            <a:extLst>
              <a:ext uri="{FF2B5EF4-FFF2-40B4-BE49-F238E27FC236}">
                <a16:creationId xmlns:a16="http://schemas.microsoft.com/office/drawing/2014/main" id="{0B71F1D8-99BE-24C1-BA51-FAE7D638F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901" y="3248023"/>
            <a:ext cx="2634979" cy="3429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437DEEA-4351-F11B-5181-A485E665F02A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1453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400C7D-AF5D-E824-82E1-4FF2AC1CF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1" y="292387"/>
            <a:ext cx="7943850" cy="65272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4425E8-9D07-132C-5F20-EBE6C9F9DBAF}"/>
              </a:ext>
            </a:extLst>
          </p:cNvPr>
          <p:cNvSpPr txBox="1"/>
          <p:nvPr/>
        </p:nvSpPr>
        <p:spPr>
          <a:xfrm>
            <a:off x="0" y="2816781"/>
            <a:ext cx="50101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400" b="0" i="0" dirty="0">
                <a:solidFill>
                  <a:schemeClr val="tx1"/>
                </a:solidFill>
                <a:effectLst/>
                <a:latin typeface="+mn-lt"/>
              </a:rPr>
              <a:t>Mushtaq, F., Welke, D., Gallagher, A., Pavlov, Y. G., Kouara, L., Bosch-Bayard, J., ... &amp; Valdes-Sosa, P. (2024). One hundred years of EEG for brain and behaviour research. </a:t>
            </a:r>
            <a:r>
              <a:rPr lang="" sz="1400" b="0" i="1" dirty="0">
                <a:solidFill>
                  <a:schemeClr val="tx1"/>
                </a:solidFill>
                <a:effectLst/>
                <a:latin typeface="+mn-lt"/>
              </a:rPr>
              <a:t>Nature human behaviour</a:t>
            </a:r>
            <a:r>
              <a:rPr lang="" sz="14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" sz="1400" b="0" i="1" dirty="0">
                <a:solidFill>
                  <a:schemeClr val="tx1"/>
                </a:solidFill>
                <a:effectLst/>
                <a:latin typeface="+mn-lt"/>
              </a:rPr>
              <a:t>8</a:t>
            </a:r>
            <a:r>
              <a:rPr lang="" sz="1400" b="0" i="0" dirty="0">
                <a:solidFill>
                  <a:schemeClr val="tx1"/>
                </a:solidFill>
                <a:effectLst/>
                <a:latin typeface="+mn-lt"/>
              </a:rPr>
              <a:t>(8), 1437-1443.</a:t>
            </a:r>
            <a:endParaRPr lang="LID4096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48054-01F9-2B3A-1366-A1671CA348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18C57D-0AF6-BA19-4C28-F7F12B249B4A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924A23C-FF0A-FCDF-6AED-5BA7FDEA30BA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D4CCE-6525-DE2A-343D-9F6E73014491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2245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91D51-19A2-6677-E0DD-D225EED64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16" y="958512"/>
            <a:ext cx="9356760" cy="5282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03DB4B-6581-04C0-69E7-7823F262B755}"/>
              </a:ext>
            </a:extLst>
          </p:cNvPr>
          <p:cNvSpPr txBox="1"/>
          <p:nvPr/>
        </p:nvSpPr>
        <p:spPr>
          <a:xfrm>
            <a:off x="666750" y="6330375"/>
            <a:ext cx="11302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400" b="0" i="0" dirty="0">
                <a:solidFill>
                  <a:schemeClr val="tx1"/>
                </a:solidFill>
                <a:effectLst/>
                <a:latin typeface="+mn-lt"/>
              </a:rPr>
              <a:t>Mushtaq, F., Welke, D., Gallagher, A., Pavlov, Y. G., Kouara, L., Bosch-Bayard, J., ... &amp; Valdes-Sosa, P. (2024). One hundred years of EEG for brain and behaviour research. </a:t>
            </a:r>
            <a:r>
              <a:rPr lang="" sz="1400" b="0" i="1" dirty="0">
                <a:solidFill>
                  <a:schemeClr val="tx1"/>
                </a:solidFill>
                <a:effectLst/>
                <a:latin typeface="+mn-lt"/>
              </a:rPr>
              <a:t>Nature human behaviour</a:t>
            </a:r>
            <a:r>
              <a:rPr lang="" sz="14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" sz="1400" b="0" i="1" dirty="0">
                <a:solidFill>
                  <a:schemeClr val="tx1"/>
                </a:solidFill>
                <a:effectLst/>
                <a:latin typeface="+mn-lt"/>
              </a:rPr>
              <a:t>8</a:t>
            </a:r>
            <a:r>
              <a:rPr lang="" sz="1400" b="0" i="0" dirty="0">
                <a:solidFill>
                  <a:schemeClr val="tx1"/>
                </a:solidFill>
                <a:effectLst/>
                <a:latin typeface="+mn-lt"/>
              </a:rPr>
              <a:t>(8), 1437-1443.</a:t>
            </a:r>
            <a:endParaRPr lang="LID4096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0E2B86-25C2-6CE1-FA79-12FF7E0BED2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7F8F29-FA78-60F5-6CA5-8B6FFFC134F2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F165C-15E9-BCE6-C844-150EF9C0E3A8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3A390-C5A7-2C81-04EA-9B8BF707C496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9492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8950BF-FAB2-5DF4-5C1B-314CA5456119}"/>
              </a:ext>
            </a:extLst>
          </p:cNvPr>
          <p:cNvSpPr txBox="1"/>
          <p:nvPr/>
        </p:nvSpPr>
        <p:spPr>
          <a:xfrm>
            <a:off x="1171575" y="1117186"/>
            <a:ext cx="9591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200" dirty="0"/>
              <a:t>“EEG is a non-invasive neuroimaging technique used to record the electrical activity of the brain via electrodes placed on the scalp. </a:t>
            </a:r>
          </a:p>
          <a:p>
            <a:endParaRPr lang="" sz="1200" dirty="0"/>
          </a:p>
          <a:p>
            <a:r>
              <a:rPr lang="" sz="1200" dirty="0"/>
              <a:t>The recorded signal — the electroencephalogram (which shares the acronym EEG) — is the product of </a:t>
            </a:r>
            <a:r>
              <a:rPr lang="" sz="1200" b="1" dirty="0"/>
              <a:t>synchronized synaptic activity in populations of cortical neurons</a:t>
            </a:r>
            <a:r>
              <a:rPr lang="" sz="1200" dirty="0"/>
              <a:t> (pyramidal cells organized along cortical columns). </a:t>
            </a:r>
          </a:p>
          <a:p>
            <a:endParaRPr lang="" sz="1200" dirty="0"/>
          </a:p>
          <a:p>
            <a:r>
              <a:rPr lang="" sz="1200" dirty="0"/>
              <a:t>Voltage fluctuations at each electrode site reflect </a:t>
            </a:r>
            <a:r>
              <a:rPr lang="" sz="1200" b="1" dirty="0"/>
              <a:t>a differential measurement between the active and reference electrodes that is amplified </a:t>
            </a:r>
            <a:r>
              <a:rPr lang="" sz="1200" dirty="0"/>
              <a:t>and recorded as an EEG trace. These electrical changes can be captured with </a:t>
            </a:r>
            <a:r>
              <a:rPr lang="" sz="1200" b="1" dirty="0"/>
              <a:t>high temporal resolution and offer a window into the time course of brain activity in the submillisecond range</a:t>
            </a:r>
            <a:r>
              <a:rPr lang="" sz="1200" dirty="0"/>
              <a:t>.”</a:t>
            </a:r>
            <a:endParaRPr lang="LID4096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D60EC-76C7-70E0-9ABA-9AA02FCD534A}"/>
              </a:ext>
            </a:extLst>
          </p:cNvPr>
          <p:cNvSpPr txBox="1"/>
          <p:nvPr/>
        </p:nvSpPr>
        <p:spPr>
          <a:xfrm>
            <a:off x="666750" y="6330375"/>
            <a:ext cx="11302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200" b="0" i="0" dirty="0">
                <a:solidFill>
                  <a:schemeClr val="tx1"/>
                </a:solidFill>
                <a:effectLst/>
                <a:latin typeface="+mn-lt"/>
              </a:rPr>
              <a:t>Mushtaq, F</a:t>
            </a:r>
            <a:r>
              <a:rPr lang="" sz="1200" dirty="0"/>
              <a:t> et al., </a:t>
            </a:r>
            <a:r>
              <a:rPr lang="" sz="1200" b="0" i="0" dirty="0">
                <a:solidFill>
                  <a:schemeClr val="tx1"/>
                </a:solidFill>
                <a:effectLst/>
                <a:latin typeface="+mn-lt"/>
              </a:rPr>
              <a:t>(2024).  </a:t>
            </a:r>
            <a:r>
              <a:rPr lang="" sz="1200" b="0" i="1" dirty="0">
                <a:solidFill>
                  <a:schemeClr val="tx1"/>
                </a:solidFill>
                <a:effectLst/>
                <a:latin typeface="+mn-lt"/>
              </a:rPr>
              <a:t>Nature human behaviour</a:t>
            </a:r>
            <a:endParaRPr lang="" sz="1200" dirty="0"/>
          </a:p>
          <a:p>
            <a:r>
              <a:rPr lang="en-GB" sz="1200" b="0" i="0" dirty="0">
                <a:solidFill>
                  <a:schemeClr val="tx1"/>
                </a:solidFill>
                <a:effectLst/>
                <a:latin typeface="+mn-lt"/>
              </a:rPr>
              <a:t>Ramezani, et al., (2025). </a:t>
            </a:r>
            <a:r>
              <a:rPr lang="en-GB" sz="1200" b="0" i="1" dirty="0">
                <a:solidFill>
                  <a:schemeClr val="tx1"/>
                </a:solidFill>
                <a:effectLst/>
                <a:latin typeface="+mn-lt"/>
              </a:rPr>
              <a:t>Nature reviews electrical engineering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+mn-lt"/>
              </a:rPr>
              <a:t>, 2</a:t>
            </a:r>
            <a:endParaRPr lang="" sz="1200" b="0" i="0" dirty="0">
              <a:solidFill>
                <a:schemeClr val="tx1"/>
              </a:solidFill>
              <a:effectLst/>
              <a:latin typeface="+mn-lt"/>
            </a:endParaRPr>
          </a:p>
          <a:p>
            <a:endParaRPr lang="LID4096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53503D-B882-66B0-79F9-52C0DD108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6" y="2686846"/>
            <a:ext cx="6419849" cy="357077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BEA418-FD64-C312-DF1F-6E6D5211B77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ECCC08-3C26-6DD8-D3EF-F491E09CCAB6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238181-CC5C-9A7C-7CDF-D86AA4299D1F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D131329-417A-DCBB-EA1F-175A0D2D8F23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74E6CE-AF02-E064-3787-5C1273C50EE9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1755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654B23-76C8-C271-6A48-926B7A23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79" r="15610"/>
          <a:stretch>
            <a:fillRect/>
          </a:stretch>
        </p:blipFill>
        <p:spPr>
          <a:xfrm>
            <a:off x="0" y="1734637"/>
            <a:ext cx="5651770" cy="5123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597CD-DA74-F802-A209-9FF2E1D15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433" y="1886571"/>
            <a:ext cx="6161905" cy="4971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655301-ED3F-0552-7F0E-0C034B178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468" y="0"/>
            <a:ext cx="7549064" cy="19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60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540925-C2DC-3248-F6A6-D4FB69990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50" y="747251"/>
            <a:ext cx="9023546" cy="50522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753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BB98B1-E696-4138-8779-FB1BFF6FE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33" y="300451"/>
            <a:ext cx="10733333" cy="661904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579DFD-9C9E-BE44-8773-340D07202A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423242-BA5F-DBE7-6792-9BD3461E592E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6188A49-525A-68C6-77B6-913CF691B58A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B648848-C581-1462-9192-148714E1342E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60CA98-AB79-7CB0-94F1-BF44E1C1B594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5953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00D5AC-0D75-B960-44E6-F18BBED1D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65" r="9811"/>
          <a:stretch>
            <a:fillRect/>
          </a:stretch>
        </p:blipFill>
        <p:spPr>
          <a:xfrm>
            <a:off x="0" y="825634"/>
            <a:ext cx="7899342" cy="556422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EA4101-128B-2400-4EBA-242098D2871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BCB0A2-6209-10AF-C726-9CF7811306B0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DC5316-65FB-21BF-1EE3-D1CE02B04D21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BC86B16-269E-2753-D01A-AE7B726D95C7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4892DA-C896-D479-D155-37B7130CFBB2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63485-4AF0-A91A-A46B-E83E306A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863"/>
          <a:stretch>
            <a:fillRect/>
          </a:stretch>
        </p:blipFill>
        <p:spPr>
          <a:xfrm>
            <a:off x="7681840" y="2496560"/>
            <a:ext cx="4211720" cy="246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13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10D8D2B-E765-5E26-5F15-9483BD4C0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70" b="8114"/>
          <a:stretch>
            <a:fillRect/>
          </a:stretch>
        </p:blipFill>
        <p:spPr>
          <a:xfrm>
            <a:off x="547833" y="3836697"/>
            <a:ext cx="9005742" cy="28498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1062C2-75D0-209B-A04C-52C96DCDF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83" y="1129969"/>
            <a:ext cx="4549417" cy="23681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457EF1-BB37-5799-5791-D3679275C740}"/>
              </a:ext>
            </a:extLst>
          </p:cNvPr>
          <p:cNvSpPr txBox="1"/>
          <p:nvPr/>
        </p:nvSpPr>
        <p:spPr>
          <a:xfrm>
            <a:off x="6708559" y="2008393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400" dirty="0">
                <a:hlinkClick r:id="rId4"/>
              </a:rPr>
              <a:t>https://meg.boy.jp/vsEEG/vsEEGE.html</a:t>
            </a:r>
            <a:endParaRPr lang="LID4096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4770B-A6D7-8E59-07A3-74CF23561EA2}"/>
              </a:ext>
            </a:extLst>
          </p:cNvPr>
          <p:cNvSpPr txBox="1"/>
          <p:nvPr/>
        </p:nvSpPr>
        <p:spPr>
          <a:xfrm>
            <a:off x="9858375" y="5578283"/>
            <a:ext cx="25622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Kim et al., (2013) </a:t>
            </a:r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Korean</a:t>
            </a:r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 Journal of </a:t>
            </a:r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Pediatric</a:t>
            </a:r>
            <a:endParaRPr lang="LID4096" sz="14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9204D7B-1F47-9C28-887A-FCE312AC35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69C7ACA-BA8D-636D-9B7E-484610901A08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A37B6D-7BED-BD5F-6C79-70156639447E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A214C3B-6A8E-5835-DCE1-D28D62595EB4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A50E2B8-27AD-A2BD-0916-CD83185B4129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F42C09-7C41-E735-1F3B-E76EF598820F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031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CD63E-58F2-E9CF-7AE7-E16489EC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293" y="4310235"/>
            <a:ext cx="5028908" cy="1219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38168B-813F-2A71-40BD-32232127F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288" y="818540"/>
            <a:ext cx="7958712" cy="3184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8EBAF2-8B12-DA29-A5A5-0DE6E38E5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14375"/>
            <a:ext cx="3503795" cy="6149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709555-F9EE-0263-3AC1-0D1AD4881DE0}"/>
              </a:ext>
            </a:extLst>
          </p:cNvPr>
          <p:cNvSpPr txBox="1"/>
          <p:nvPr/>
        </p:nvSpPr>
        <p:spPr>
          <a:xfrm>
            <a:off x="4989097" y="6320850"/>
            <a:ext cx="3295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Cohen et al., (1990) </a:t>
            </a:r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Annals</a:t>
            </a:r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Neurology</a:t>
            </a:r>
            <a:endParaRPr lang="LID4096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507742F-E74D-2295-50B7-A9EE89B7456C}"/>
                  </a:ext>
                </a:extLst>
              </p14:cNvPr>
              <p14:cNvContentPartPr/>
              <p14:nvPr/>
            </p14:nvContentPartPr>
            <p14:xfrm>
              <a:off x="10382160" y="4923630"/>
              <a:ext cx="262440" cy="20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507742F-E74D-2295-50B7-A9EE89B745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46160" y="4851630"/>
                <a:ext cx="3340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55A3627-1550-8575-30C2-0E94152C230A}"/>
                  </a:ext>
                </a:extLst>
              </p14:cNvPr>
              <p14:cNvContentPartPr/>
              <p14:nvPr/>
            </p14:nvContentPartPr>
            <p14:xfrm>
              <a:off x="5886120" y="5124150"/>
              <a:ext cx="4721040" cy="19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55A3627-1550-8575-30C2-0E94152C23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50480" y="5052510"/>
                <a:ext cx="4792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05FF38A-9935-775A-9D1F-8425818DAFAA}"/>
                  </a:ext>
                </a:extLst>
              </p14:cNvPr>
              <p14:cNvContentPartPr/>
              <p14:nvPr/>
            </p14:nvContentPartPr>
            <p14:xfrm>
              <a:off x="5876760" y="5419710"/>
              <a:ext cx="3742920" cy="19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05FF38A-9935-775A-9D1F-8425818DAF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40760" y="5347710"/>
                <a:ext cx="3814560" cy="1634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5C52E79-14E7-F99E-7966-F97D1CFA4B1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8B491E-222B-289C-CFBF-AC0FC692C6D5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31D675E-C81A-317C-E1F7-2CC85C8ADE81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9F0B1DD-A99B-1D6F-90DC-CBCD001D0A04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A2B0725-EB1F-5B68-FF40-EBDB1DE75D67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370EF1-5B4B-D2C4-392A-CC7A363A82AB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9097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D240488-A8E0-D5FA-B9C0-0C747BF71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3" y="1451631"/>
            <a:ext cx="5605931" cy="43346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037733-9244-5235-447C-4F70481A7AF6}"/>
              </a:ext>
            </a:extLst>
          </p:cNvPr>
          <p:cNvSpPr txBox="1"/>
          <p:nvPr/>
        </p:nvSpPr>
        <p:spPr>
          <a:xfrm>
            <a:off x="7467600" y="1823954"/>
            <a:ext cx="3295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Hedrich et al., (2017) </a:t>
            </a:r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Neuroimage</a:t>
            </a:r>
            <a:endParaRPr lang="fr-BE" sz="14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18D3DA4-1402-8A1A-8A19-FB07FC405ED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435C909-289F-C585-99E8-BE87DE7B319A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4C88229-8D50-0F79-0F5B-96EF266ED0A2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139F6F3-4BEA-12B3-8342-FAC8B22CFEA0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B64E49A-BF78-394A-BB09-04F12135472D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6CB1A1-6AB6-B588-AB60-85F06950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536" y="2654095"/>
            <a:ext cx="6444492" cy="221317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92B3BB2-BEE9-B745-0396-323B55263C75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2912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94883F-4462-65AC-68F3-F418B2B6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084" y="782667"/>
            <a:ext cx="6118796" cy="2674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F1A8CC-1036-C5CC-62F3-8BDEFD0F0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7287"/>
            <a:ext cx="5400432" cy="3393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EBF458-992C-6F01-6BA9-2C004E7DB815}"/>
              </a:ext>
            </a:extLst>
          </p:cNvPr>
          <p:cNvSpPr txBox="1"/>
          <p:nvPr/>
        </p:nvSpPr>
        <p:spPr>
          <a:xfrm>
            <a:off x="569271" y="1522970"/>
            <a:ext cx="3295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Klamer et al., (2014) Brain </a:t>
            </a:r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Topography</a:t>
            </a:r>
            <a:endParaRPr lang="LID4096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8E923-E319-E264-6329-ADE1AEB0A57E}"/>
              </a:ext>
            </a:extLst>
          </p:cNvPr>
          <p:cNvSpPr txBox="1"/>
          <p:nvPr/>
        </p:nvSpPr>
        <p:spPr>
          <a:xfrm>
            <a:off x="180975" y="2967335"/>
            <a:ext cx="2036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200" dirty="0"/>
              <a:t>IHM individual head model</a:t>
            </a:r>
            <a:endParaRPr lang="fr-BE" sz="1200" dirty="0"/>
          </a:p>
          <a:p>
            <a:r>
              <a:rPr lang="LID4096" sz="1200" dirty="0"/>
              <a:t>SHM standard head model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E5CF76-5B8D-1F6E-6DF6-88B478A3E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179" y="3832556"/>
            <a:ext cx="7124700" cy="27027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818F1D6-3408-D551-0C7E-4CD01BA719B9}"/>
                  </a:ext>
                </a:extLst>
              </p14:cNvPr>
              <p14:cNvContentPartPr/>
              <p14:nvPr/>
            </p14:nvContentPartPr>
            <p14:xfrm>
              <a:off x="11867880" y="5381550"/>
              <a:ext cx="228960" cy="9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818F1D6-3408-D551-0C7E-4CD01BA719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31880" y="5309550"/>
                <a:ext cx="3006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912D5B2-68C1-15AB-F411-0EA9895C0B06}"/>
                  </a:ext>
                </a:extLst>
              </p14:cNvPr>
              <p14:cNvContentPartPr/>
              <p14:nvPr/>
            </p14:nvContentPartPr>
            <p14:xfrm>
              <a:off x="8762880" y="5571990"/>
              <a:ext cx="329400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912D5B2-68C1-15AB-F411-0EA9895C0B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26880" y="5499990"/>
                <a:ext cx="3365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868975E-59CB-00E4-92EF-5097B24231F2}"/>
                  </a:ext>
                </a:extLst>
              </p14:cNvPr>
              <p14:cNvContentPartPr/>
              <p14:nvPr/>
            </p14:nvContentPartPr>
            <p14:xfrm>
              <a:off x="8743800" y="5781510"/>
              <a:ext cx="1990080" cy="32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868975E-59CB-00E4-92EF-5097B24231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07800" y="5709510"/>
                <a:ext cx="2061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382A343-6E53-980E-F3E8-D5A373BF2652}"/>
                  </a:ext>
                </a:extLst>
              </p14:cNvPr>
              <p14:cNvContentPartPr/>
              <p14:nvPr/>
            </p14:nvContentPartPr>
            <p14:xfrm>
              <a:off x="10077240" y="5247990"/>
              <a:ext cx="2162160" cy="77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382A343-6E53-980E-F3E8-D5A373BF265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41600" y="5176350"/>
                <a:ext cx="22338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E01BC16-D8F6-CAD1-78FF-CB21BCB1BE63}"/>
                  </a:ext>
                </a:extLst>
              </p14:cNvPr>
              <p14:cNvContentPartPr/>
              <p14:nvPr/>
            </p14:nvContentPartPr>
            <p14:xfrm>
              <a:off x="8705640" y="5362470"/>
              <a:ext cx="3190680" cy="59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E01BC16-D8F6-CAD1-78FF-CB21BCB1BE6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70000" y="5290470"/>
                <a:ext cx="32623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4F270F2-7A44-6319-97F0-87993EE3D7E4}"/>
                  </a:ext>
                </a:extLst>
              </p14:cNvPr>
              <p14:cNvContentPartPr/>
              <p14:nvPr/>
            </p14:nvContentPartPr>
            <p14:xfrm>
              <a:off x="10277400" y="5228910"/>
              <a:ext cx="1829160" cy="38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4F270F2-7A44-6319-97F0-87993EE3D7E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41400" y="5157270"/>
                <a:ext cx="1900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CEE10A9-C58B-0D52-1D78-B391D7B385E7}"/>
                  </a:ext>
                </a:extLst>
              </p14:cNvPr>
              <p14:cNvContentPartPr/>
              <p14:nvPr/>
            </p14:nvContentPartPr>
            <p14:xfrm>
              <a:off x="11143920" y="3956310"/>
              <a:ext cx="1004040" cy="54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CEE10A9-C58B-0D52-1D78-B391D7B385E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108280" y="3884670"/>
                <a:ext cx="10756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69F1351-3DA3-D4D6-623D-F8526896F492}"/>
                  </a:ext>
                </a:extLst>
              </p14:cNvPr>
              <p14:cNvContentPartPr/>
              <p14:nvPr/>
            </p14:nvContentPartPr>
            <p14:xfrm>
              <a:off x="8781960" y="4142790"/>
              <a:ext cx="3379680" cy="10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69F1351-3DA3-D4D6-623D-F8526896F4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45960" y="4071150"/>
                <a:ext cx="34513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0FD7FC0-6BCE-C059-1195-C33B020940E2}"/>
                  </a:ext>
                </a:extLst>
              </p14:cNvPr>
              <p14:cNvContentPartPr/>
              <p14:nvPr/>
            </p14:nvContentPartPr>
            <p14:xfrm>
              <a:off x="8762880" y="4314510"/>
              <a:ext cx="3353040" cy="19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0FD7FC0-6BCE-C059-1195-C33B020940E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26880" y="4242510"/>
                <a:ext cx="3424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9EBA7CE-C6CE-2DE3-84CC-7F579DADAEED}"/>
                  </a:ext>
                </a:extLst>
              </p14:cNvPr>
              <p14:cNvContentPartPr/>
              <p14:nvPr/>
            </p14:nvContentPartPr>
            <p14:xfrm>
              <a:off x="6429360" y="4533750"/>
              <a:ext cx="199548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9EBA7CE-C6CE-2DE3-84CC-7F579DADAE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93360" y="4461750"/>
                <a:ext cx="2067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CB7AE77-1BFC-F505-1FF2-F66D59F3006A}"/>
                  </a:ext>
                </a:extLst>
              </p14:cNvPr>
              <p14:cNvContentPartPr/>
              <p14:nvPr/>
            </p14:nvContentPartPr>
            <p14:xfrm>
              <a:off x="5124360" y="4638150"/>
              <a:ext cx="3408840" cy="173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CB7AE77-1BFC-F505-1FF2-F66D59F3006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88360" y="4566150"/>
                <a:ext cx="34804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368C664-DE6A-25A8-6996-D95307F85050}"/>
                  </a:ext>
                </a:extLst>
              </p14:cNvPr>
              <p14:cNvContentPartPr/>
              <p14:nvPr/>
            </p14:nvContentPartPr>
            <p14:xfrm>
              <a:off x="5134800" y="4799070"/>
              <a:ext cx="3295440" cy="136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368C664-DE6A-25A8-6996-D95307F8505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99160" y="4727430"/>
                <a:ext cx="33670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9314F77-53AC-34B7-BEF4-E2995C74D152}"/>
                  </a:ext>
                </a:extLst>
              </p14:cNvPr>
              <p14:cNvContentPartPr/>
              <p14:nvPr/>
            </p14:nvContentPartPr>
            <p14:xfrm>
              <a:off x="5124360" y="4981230"/>
              <a:ext cx="3361680" cy="86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9314F77-53AC-34B7-BEF4-E2995C74D15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088360" y="4909230"/>
                <a:ext cx="34333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8804B6E-451D-A9F3-62AE-48E552F64BD6}"/>
                  </a:ext>
                </a:extLst>
              </p14:cNvPr>
              <p14:cNvContentPartPr/>
              <p14:nvPr/>
            </p14:nvContentPartPr>
            <p14:xfrm>
              <a:off x="5162520" y="5219550"/>
              <a:ext cx="3295080" cy="38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8804B6E-451D-A9F3-62AE-48E552F64BD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26520" y="5147550"/>
                <a:ext cx="33667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C203D54-0642-E4F3-E2D6-2B4C1FAF5F53}"/>
                  </a:ext>
                </a:extLst>
              </p14:cNvPr>
              <p14:cNvContentPartPr/>
              <p14:nvPr/>
            </p14:nvContentPartPr>
            <p14:xfrm>
              <a:off x="5086200" y="5390910"/>
              <a:ext cx="1809000" cy="48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C203D54-0642-E4F3-E2D6-2B4C1FAF5F5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050200" y="5319270"/>
                <a:ext cx="1880640" cy="19188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B02CDCE-3433-58FD-3B02-B1A3F5F2B3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20129E2A-F24E-7966-2AF9-43C4D4426FCB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F1C1D03-2D92-5850-F8CE-21BCC580ADED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4887506C-CED8-2873-679B-A3659CF1EB90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6CAF5259-787B-6B7C-C068-FEB19E1CB7E6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B21D04-337B-E64E-7D46-3F5D932F08F8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4384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DD95AC-B963-D4E1-3879-05634A0E7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41" y="834450"/>
            <a:ext cx="4917477" cy="5429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282C1C-72C6-D03E-C466-D1A8FA3062FD}"/>
              </a:ext>
            </a:extLst>
          </p:cNvPr>
          <p:cNvSpPr txBox="1"/>
          <p:nvPr/>
        </p:nvSpPr>
        <p:spPr>
          <a:xfrm>
            <a:off x="6803660" y="3429000"/>
            <a:ext cx="4100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b="0" i="0" dirty="0" err="1">
                <a:solidFill>
                  <a:schemeClr val="tx1"/>
                </a:solidFill>
                <a:effectLst/>
                <a:latin typeface="+mn-lt"/>
              </a:rPr>
              <a:t>Goldenholz</a:t>
            </a:r>
            <a:r>
              <a:rPr lang="fr-BE" sz="1400" b="0" i="0" dirty="0">
                <a:solidFill>
                  <a:schemeClr val="tx1"/>
                </a:solidFill>
                <a:effectLst/>
                <a:latin typeface="+mn-lt"/>
              </a:rPr>
              <a:t> et al., (2009) Human Brain Mapping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9254E0-8AC3-67A5-54C3-F5CF62FD5A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45AE0D-6FFF-92AA-7126-F927D80C9CDF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52982D8-C530-949E-8B72-815E980B8DC8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CAFBC6-1709-734A-DE8C-A47A53E13123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AB7D068-FAF9-E538-691B-6E1E701EB897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093D45-2155-CC44-DCB1-9798B1AA8337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1022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E27C18-005B-355B-F265-E936B003167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45D53E-55F2-A253-62D8-718E7BF6A5A3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6F9C93-CADD-6E60-D171-42D269642C03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9DF270-1C48-8A16-B890-34969BB62E57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06D39DE-F6DB-A794-FE04-C6426DF08C94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1553731-C9CC-474F-C00B-05C4E51FACC6}"/>
              </a:ext>
            </a:extLst>
          </p:cNvPr>
          <p:cNvSpPr txBox="1">
            <a:spLocks/>
          </p:cNvSpPr>
          <p:nvPr/>
        </p:nvSpPr>
        <p:spPr>
          <a:xfrm>
            <a:off x="4637276" y="0"/>
            <a:ext cx="936570" cy="7126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SNR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BF904-F67A-696C-0A43-11D7960BAAA0}"/>
              </a:ext>
            </a:extLst>
          </p:cNvPr>
          <p:cNvSpPr txBox="1"/>
          <p:nvPr/>
        </p:nvSpPr>
        <p:spPr>
          <a:xfrm>
            <a:off x="269406" y="1006941"/>
            <a:ext cx="11681308" cy="97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Eye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blink</a:t>
            </a:r>
            <a:endParaRPr lang="en-US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66EE58D-6A4A-08FA-D986-92872A4F9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229"/>
          <a:stretch/>
        </p:blipFill>
        <p:spPr>
          <a:xfrm>
            <a:off x="1674983" y="768088"/>
            <a:ext cx="1796190" cy="10560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DBF386-2023-3590-3B54-D170D2393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188" y="2057074"/>
            <a:ext cx="1796189" cy="9729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D1B6CCE-33D7-8EDD-F02E-F9A909F65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570" y="1187340"/>
            <a:ext cx="1600242" cy="109404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4FEB432-281F-3AB0-2ADF-34DD53370DE8}"/>
              </a:ext>
            </a:extLst>
          </p:cNvPr>
          <p:cNvSpPr txBox="1"/>
          <p:nvPr/>
        </p:nvSpPr>
        <p:spPr>
          <a:xfrm>
            <a:off x="269406" y="2366772"/>
            <a:ext cx="609600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Eye saccade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191D43-66BF-3644-1CDE-D73F3CEE1759}"/>
              </a:ext>
            </a:extLst>
          </p:cNvPr>
          <p:cNvSpPr txBox="1"/>
          <p:nvPr/>
        </p:nvSpPr>
        <p:spPr>
          <a:xfrm>
            <a:off x="59302" y="3224349"/>
            <a:ext cx="609600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Muscular activity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6745CC-BABE-CDBD-213E-591C349CE9A3}"/>
              </a:ext>
            </a:extLst>
          </p:cNvPr>
          <p:cNvSpPr txBox="1"/>
          <p:nvPr/>
        </p:nvSpPr>
        <p:spPr>
          <a:xfrm>
            <a:off x="5496412" y="1479910"/>
            <a:ext cx="609600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Line noise (electronic device)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5BE8088-3B2F-E399-39C5-60C79F29CF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6072"/>
          <a:stretch/>
        </p:blipFill>
        <p:spPr>
          <a:xfrm>
            <a:off x="2038855" y="3376512"/>
            <a:ext cx="1068447" cy="10668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857680E-E125-A5DD-843E-C81DA860B81B}"/>
              </a:ext>
            </a:extLst>
          </p:cNvPr>
          <p:cNvSpPr txBox="1"/>
          <p:nvPr/>
        </p:nvSpPr>
        <p:spPr>
          <a:xfrm>
            <a:off x="402076" y="4833760"/>
            <a:ext cx="1588852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Slow-drift</a:t>
            </a:r>
            <a:endParaRPr lang="LID4096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BBD7503-40E8-03C8-90EF-D7B8EFC20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638" y="3324534"/>
            <a:ext cx="1194995" cy="11707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532BA70-83B1-7B79-32F4-B493E1F64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0903" y="4961106"/>
            <a:ext cx="1376757" cy="11880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0A8A88D-FAE4-8B47-0D4C-F5EAAC414425}"/>
              </a:ext>
            </a:extLst>
          </p:cNvPr>
          <p:cNvSpPr txBox="1"/>
          <p:nvPr/>
        </p:nvSpPr>
        <p:spPr>
          <a:xfrm>
            <a:off x="6226638" y="3324534"/>
            <a:ext cx="1127175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Motion</a:t>
            </a:r>
            <a:endParaRPr lang="LID4096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8A17BDA-28D6-11D6-8B15-C40B3812A0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2220" y="2697715"/>
            <a:ext cx="3235337" cy="179997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D2EF180-A9BA-76EC-8AA5-FCA96B33B204}"/>
              </a:ext>
            </a:extLst>
          </p:cNvPr>
          <p:cNvSpPr txBox="1"/>
          <p:nvPr/>
        </p:nvSpPr>
        <p:spPr>
          <a:xfrm>
            <a:off x="4780608" y="4890732"/>
            <a:ext cx="3169596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 dirty="0"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Abnormal recorded activities </a:t>
            </a:r>
          </a:p>
          <a:p>
            <a:pPr algn="ctr"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(outliers)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BB7207E-16FF-6F33-EE9D-1F2707F888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337" t="-20003" r="1337" b="31063"/>
          <a:stretch>
            <a:fillRect/>
          </a:stretch>
        </p:blipFill>
        <p:spPr>
          <a:xfrm>
            <a:off x="8286242" y="4618266"/>
            <a:ext cx="2728898" cy="210478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FC164E3-43BD-DE46-2346-835EDACC8915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5652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248EF4-63ED-7AF6-1FAE-9C96DA87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6" y="741114"/>
            <a:ext cx="11747124" cy="611688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B6600E-D574-C3D8-F7FA-883B5863A7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36570" cy="7126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Past</a:t>
            </a:r>
            <a:endParaRPr lang="LID4096" sz="1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02B12D-68FD-3AA1-7DEA-A5CB15C28FF6}"/>
              </a:ext>
            </a:extLst>
          </p:cNvPr>
          <p:cNvSpPr txBox="1">
            <a:spLocks/>
          </p:cNvSpPr>
          <p:nvPr/>
        </p:nvSpPr>
        <p:spPr>
          <a:xfrm>
            <a:off x="936570" y="-9525"/>
            <a:ext cx="936570" cy="7126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Present</a:t>
            </a:r>
            <a:endParaRPr lang="LID4096" sz="1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C1792B-AD0A-DB21-905D-71C3771988A9}"/>
              </a:ext>
            </a:extLst>
          </p:cNvPr>
          <p:cNvSpPr txBox="1">
            <a:spLocks/>
          </p:cNvSpPr>
          <p:nvPr/>
        </p:nvSpPr>
        <p:spPr>
          <a:xfrm>
            <a:off x="1873140" y="-9525"/>
            <a:ext cx="936570" cy="71260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History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Future</a:t>
            </a:r>
            <a:endParaRPr lang="LID4096" sz="1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E930BB4-DEB7-4D67-54A8-CFDE0397AE51}"/>
              </a:ext>
            </a:extLst>
          </p:cNvPr>
          <p:cNvSpPr txBox="1">
            <a:spLocks/>
          </p:cNvSpPr>
          <p:nvPr/>
        </p:nvSpPr>
        <p:spPr>
          <a:xfrm>
            <a:off x="2809710" y="-4895"/>
            <a:ext cx="936570" cy="712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C511F40-6647-24FC-4B24-FB7F67B6C5E8}"/>
              </a:ext>
            </a:extLst>
          </p:cNvPr>
          <p:cNvSpPr txBox="1">
            <a:spLocks/>
          </p:cNvSpPr>
          <p:nvPr/>
        </p:nvSpPr>
        <p:spPr>
          <a:xfrm>
            <a:off x="3700706" y="-9525"/>
            <a:ext cx="936570" cy="712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>
                <a:latin typeface="Helvetica Neue"/>
              </a:rPr>
              <a:t>EEG</a:t>
            </a:r>
          </a:p>
          <a:p>
            <a:r>
              <a:rPr lang="fr-BE" sz="1400" dirty="0">
                <a:latin typeface="Helvetica Neue"/>
              </a:rPr>
              <a:t>Vs MEG</a:t>
            </a:r>
            <a:endParaRPr lang="LID4096" sz="18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CD66E67-0A4F-1996-A020-A12999018017}"/>
              </a:ext>
            </a:extLst>
          </p:cNvPr>
          <p:cNvSpPr txBox="1">
            <a:spLocks/>
          </p:cNvSpPr>
          <p:nvPr/>
        </p:nvSpPr>
        <p:spPr>
          <a:xfrm>
            <a:off x="4637276" y="0"/>
            <a:ext cx="936570" cy="7126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SNR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What?</a:t>
            </a:r>
            <a:endParaRPr lang="LID4096" sz="18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DB4822D-DE92-FFE3-E53D-D4F9D36A1DED}"/>
              </a:ext>
            </a:extLst>
          </p:cNvPr>
          <p:cNvSpPr txBox="1">
            <a:spLocks/>
          </p:cNvSpPr>
          <p:nvPr/>
        </p:nvSpPr>
        <p:spPr>
          <a:xfrm>
            <a:off x="5573846" y="-9525"/>
            <a:ext cx="936570" cy="71260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800" dirty="0" err="1">
                <a:latin typeface="Helvetica Neue"/>
              </a:rPr>
              <a:t>SNR</a:t>
            </a:r>
            <a:endParaRPr lang="fr-BE" sz="1800" dirty="0">
              <a:latin typeface="Helvetica Neue"/>
            </a:endParaRPr>
          </a:p>
          <a:p>
            <a:r>
              <a:rPr lang="fr-BE" sz="1400" dirty="0">
                <a:latin typeface="Helvetica Neue"/>
              </a:rPr>
              <a:t>How?</a:t>
            </a:r>
            <a:endParaRPr lang="LID4096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2E7B2F-F2A1-8B76-D6C9-E2E32110E3D9}"/>
              </a:ext>
            </a:extLst>
          </p:cNvPr>
          <p:cNvSpPr/>
          <p:nvPr/>
        </p:nvSpPr>
        <p:spPr>
          <a:xfrm>
            <a:off x="0" y="0"/>
            <a:ext cx="6510416" cy="7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2434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0F1D2E-B40E-9369-04A9-8C00DCC5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94"/>
          <a:stretch>
            <a:fillRect/>
          </a:stretch>
        </p:blipFill>
        <p:spPr>
          <a:xfrm>
            <a:off x="2466278" y="135148"/>
            <a:ext cx="6653720" cy="3416987"/>
          </a:xfrm>
          <a:prstGeom prst="rect">
            <a:avLst/>
          </a:prstGeom>
        </p:spPr>
      </p:pic>
      <p:pic>
        <p:nvPicPr>
          <p:cNvPr id="12" name="Picture 2" descr="Aucune description alternative pour cette image">
            <a:extLst>
              <a:ext uri="{FF2B5EF4-FFF2-40B4-BE49-F238E27FC236}">
                <a16:creationId xmlns:a16="http://schemas.microsoft.com/office/drawing/2014/main" id="{5BA9D383-BB5D-61B1-8CAF-8DBBDFD4E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8" t="52222" r="2531" b="4262"/>
          <a:stretch>
            <a:fillRect/>
          </a:stretch>
        </p:blipFill>
        <p:spPr bwMode="auto">
          <a:xfrm>
            <a:off x="2130357" y="3552135"/>
            <a:ext cx="7325563" cy="331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78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625</Words>
  <Application>Microsoft Office PowerPoint</Application>
  <PresentationFormat>Widescreen</PresentationFormat>
  <Paragraphs>185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Meiryo</vt:lpstr>
      <vt:lpstr>Aptos</vt:lpstr>
      <vt:lpstr>Aptos Display</vt:lpstr>
      <vt:lpstr>Arial</vt:lpstr>
      <vt:lpstr>Helvetica Neue</vt:lpstr>
      <vt:lpstr>Times New Roman</vt:lpstr>
      <vt:lpstr>Office Theme</vt:lpstr>
      <vt:lpstr>2-day Workshop EEG</vt:lpstr>
      <vt:lpstr>PowerPoint Presentation</vt:lpstr>
      <vt:lpstr>General program</vt:lpstr>
      <vt:lpstr>Goals of the workshop</vt:lpstr>
      <vt:lpstr>Program session1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Pech</dc:creator>
  <cp:lastModifiedBy>Guillaume Pech</cp:lastModifiedBy>
  <cp:revision>1</cp:revision>
  <dcterms:created xsi:type="dcterms:W3CDTF">2026-09-13T08:30:52Z</dcterms:created>
  <dcterms:modified xsi:type="dcterms:W3CDTF">2026-09-16T02:27:16Z</dcterms:modified>
</cp:coreProperties>
</file>